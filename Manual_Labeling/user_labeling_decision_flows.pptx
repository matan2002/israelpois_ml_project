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60" r:id="rId3"/>
    <p:sldId id="261" r:id="rId4"/>
  </p:sldIdLst>
  <p:sldSz cx="14401800" cy="5400675"/>
  <p:notesSz cx="6858000" cy="9144000"/>
  <p:defaultTextStyle>
    <a:defPPr>
      <a:defRPr lang="he-IL"/>
    </a:defPPr>
    <a:lvl1pPr marL="0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18465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36930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55394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73859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92324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110789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629254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147718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1">
          <p15:clr>
            <a:srgbClr val="A4A3A4"/>
          </p15:clr>
        </p15:guide>
        <p15:guide id="2" pos="45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94332A-279C-4B4D-BC9B-4594BED8DE2B}" v="49" dt="2026-05-27T14:40:30.6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111" d="100"/>
          <a:sy n="111" d="100"/>
        </p:scale>
        <p:origin x="96" y="859"/>
      </p:cViewPr>
      <p:guideLst>
        <p:guide orient="horz" pos="1701"/>
        <p:guide pos="45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fir Ovadia" userId="6dc70a85eb67ae81" providerId="LiveId" clId="{FD2F5D12-ACBD-4765-8840-D274A9236CBA}"/>
    <pc:docChg chg="undo custSel addSld delSld modSld">
      <pc:chgData name="Ofir Ovadia" userId="6dc70a85eb67ae81" providerId="LiveId" clId="{FD2F5D12-ACBD-4765-8840-D274A9236CBA}" dt="2026-05-27T14:43:03.619" v="435" actId="14100"/>
      <pc:docMkLst>
        <pc:docMk/>
      </pc:docMkLst>
      <pc:sldChg chg="addSp delSp modSp mod">
        <pc:chgData name="Ofir Ovadia" userId="6dc70a85eb67ae81" providerId="LiveId" clId="{FD2F5D12-ACBD-4765-8840-D274A9236CBA}" dt="2026-05-27T14:10:23.880" v="168" actId="14100"/>
        <pc:sldMkLst>
          <pc:docMk/>
          <pc:sldMk cId="1003261313" sldId="256"/>
        </pc:sldMkLst>
        <pc:spChg chg="add del mod">
          <ac:chgData name="Ofir Ovadia" userId="6dc70a85eb67ae81" providerId="LiveId" clId="{FD2F5D12-ACBD-4765-8840-D274A9236CBA}" dt="2026-05-27T14:05:27.906" v="152" actId="478"/>
          <ac:spMkLst>
            <pc:docMk/>
            <pc:sldMk cId="1003261313" sldId="256"/>
            <ac:spMk id="34" creationId="{ED798D6F-3655-6C8E-9F4C-8A042819C2D2}"/>
          </ac:spMkLst>
        </pc:spChg>
        <pc:spChg chg="mod">
          <ac:chgData name="Ofir Ovadia" userId="6dc70a85eb67ae81" providerId="LiveId" clId="{FD2F5D12-ACBD-4765-8840-D274A9236CBA}" dt="2026-05-27T14:10:00.335" v="161" actId="1076"/>
          <ac:spMkLst>
            <pc:docMk/>
            <pc:sldMk cId="1003261313" sldId="256"/>
            <ac:spMk id="151" creationId="{00000000-0000-0000-0000-000000000000}"/>
          </ac:spMkLst>
        </pc:spChg>
        <pc:spChg chg="mod">
          <ac:chgData name="Ofir Ovadia" userId="6dc70a85eb67ae81" providerId="LiveId" clId="{FD2F5D12-ACBD-4765-8840-D274A9236CBA}" dt="2026-05-27T14:01:12.243" v="148" actId="1076"/>
          <ac:spMkLst>
            <pc:docMk/>
            <pc:sldMk cId="1003261313" sldId="256"/>
            <ac:spMk id="152" creationId="{00000000-0000-0000-0000-000000000000}"/>
          </ac:spMkLst>
        </pc:spChg>
        <pc:spChg chg="add del">
          <ac:chgData name="Ofir Ovadia" userId="6dc70a85eb67ae81" providerId="LiveId" clId="{FD2F5D12-ACBD-4765-8840-D274A9236CBA}" dt="2026-05-27T13:45:00.273" v="59" actId="478"/>
          <ac:spMkLst>
            <pc:docMk/>
            <pc:sldMk cId="1003261313" sldId="256"/>
            <ac:spMk id="153" creationId="{00000000-0000-0000-0000-000000000000}"/>
          </ac:spMkLst>
        </pc:spChg>
        <pc:spChg chg="del">
          <ac:chgData name="Ofir Ovadia" userId="6dc70a85eb67ae81" providerId="LiveId" clId="{FD2F5D12-ACBD-4765-8840-D274A9236CBA}" dt="2026-05-27T13:46:05.281" v="76" actId="478"/>
          <ac:spMkLst>
            <pc:docMk/>
            <pc:sldMk cId="1003261313" sldId="256"/>
            <ac:spMk id="157" creationId="{00000000-0000-0000-0000-000000000000}"/>
          </ac:spMkLst>
        </pc:spChg>
        <pc:spChg chg="add del">
          <ac:chgData name="Ofir Ovadia" userId="6dc70a85eb67ae81" providerId="LiveId" clId="{FD2F5D12-ACBD-4765-8840-D274A9236CBA}" dt="2026-05-27T13:45:02.011" v="60" actId="478"/>
          <ac:spMkLst>
            <pc:docMk/>
            <pc:sldMk cId="1003261313" sldId="256"/>
            <ac:spMk id="158" creationId="{00000000-0000-0000-0000-000000000000}"/>
          </ac:spMkLst>
        </pc:spChg>
        <pc:spChg chg="mod">
          <ac:chgData name="Ofir Ovadia" userId="6dc70a85eb67ae81" providerId="LiveId" clId="{FD2F5D12-ACBD-4765-8840-D274A9236CBA}" dt="2026-05-27T13:40:56.870" v="28" actId="20577"/>
          <ac:spMkLst>
            <pc:docMk/>
            <pc:sldMk cId="1003261313" sldId="256"/>
            <ac:spMk id="161" creationId="{00000000-0000-0000-0000-000000000000}"/>
          </ac:spMkLst>
        </pc:spChg>
        <pc:spChg chg="del mod">
          <ac:chgData name="Ofir Ovadia" userId="6dc70a85eb67ae81" providerId="LiveId" clId="{FD2F5D12-ACBD-4765-8840-D274A9236CBA}" dt="2026-05-27T13:48:07.902" v="91" actId="478"/>
          <ac:spMkLst>
            <pc:docMk/>
            <pc:sldMk cId="1003261313" sldId="256"/>
            <ac:spMk id="162" creationId="{00000000-0000-0000-0000-000000000000}"/>
          </ac:spMkLst>
        </pc:spChg>
        <pc:spChg chg="mod">
          <ac:chgData name="Ofir Ovadia" userId="6dc70a85eb67ae81" providerId="LiveId" clId="{FD2F5D12-ACBD-4765-8840-D274A9236CBA}" dt="2026-05-27T13:48:01.029" v="88" actId="1076"/>
          <ac:spMkLst>
            <pc:docMk/>
            <pc:sldMk cId="1003261313" sldId="256"/>
            <ac:spMk id="163" creationId="{00000000-0000-0000-0000-000000000000}"/>
          </ac:spMkLst>
        </pc:spChg>
        <pc:spChg chg="add del mod">
          <ac:chgData name="Ofir Ovadia" userId="6dc70a85eb67ae81" providerId="LiveId" clId="{FD2F5D12-ACBD-4765-8840-D274A9236CBA}" dt="2026-05-27T13:45:05.503" v="62" actId="478"/>
          <ac:spMkLst>
            <pc:docMk/>
            <pc:sldMk cId="1003261313" sldId="256"/>
            <ac:spMk id="168" creationId="{00000000-0000-0000-0000-000000000000}"/>
          </ac:spMkLst>
        </pc:spChg>
        <pc:spChg chg="del mod">
          <ac:chgData name="Ofir Ovadia" userId="6dc70a85eb67ae81" providerId="LiveId" clId="{FD2F5D12-ACBD-4765-8840-D274A9236CBA}" dt="2026-05-27T13:46:16.666" v="82" actId="478"/>
          <ac:spMkLst>
            <pc:docMk/>
            <pc:sldMk cId="1003261313" sldId="256"/>
            <ac:spMk id="170" creationId="{00000000-0000-0000-0000-000000000000}"/>
          </ac:spMkLst>
        </pc:spChg>
        <pc:spChg chg="del">
          <ac:chgData name="Ofir Ovadia" userId="6dc70a85eb67ae81" providerId="LiveId" clId="{FD2F5D12-ACBD-4765-8840-D274A9236CBA}" dt="2026-05-27T13:45:40.345" v="72" actId="478"/>
          <ac:spMkLst>
            <pc:docMk/>
            <pc:sldMk cId="1003261313" sldId="256"/>
            <ac:spMk id="172" creationId="{00000000-0000-0000-0000-000000000000}"/>
          </ac:spMkLst>
        </pc:spChg>
        <pc:spChg chg="del">
          <ac:chgData name="Ofir Ovadia" userId="6dc70a85eb67ae81" providerId="LiveId" clId="{FD2F5D12-ACBD-4765-8840-D274A9236CBA}" dt="2026-05-27T13:45:37.805" v="71" actId="478"/>
          <ac:spMkLst>
            <pc:docMk/>
            <pc:sldMk cId="1003261313" sldId="256"/>
            <ac:spMk id="173" creationId="{00000000-0000-0000-0000-000000000000}"/>
          </ac:spMkLst>
        </pc:spChg>
        <pc:spChg chg="del mod">
          <ac:chgData name="Ofir Ovadia" userId="6dc70a85eb67ae81" providerId="LiveId" clId="{FD2F5D12-ACBD-4765-8840-D274A9236CBA}" dt="2026-05-27T13:45:33.929" v="69" actId="478"/>
          <ac:spMkLst>
            <pc:docMk/>
            <pc:sldMk cId="1003261313" sldId="256"/>
            <ac:spMk id="175" creationId="{00000000-0000-0000-0000-000000000000}"/>
          </ac:spMkLst>
        </pc:spChg>
        <pc:spChg chg="del mod">
          <ac:chgData name="Ofir Ovadia" userId="6dc70a85eb67ae81" providerId="LiveId" clId="{FD2F5D12-ACBD-4765-8840-D274A9236CBA}" dt="2026-05-27T13:45:20.818" v="67" actId="478"/>
          <ac:spMkLst>
            <pc:docMk/>
            <pc:sldMk cId="1003261313" sldId="256"/>
            <ac:spMk id="180" creationId="{00000000-0000-0000-0000-000000000000}"/>
          </ac:spMkLst>
        </pc:spChg>
        <pc:spChg chg="mod">
          <ac:chgData name="Ofir Ovadia" userId="6dc70a85eb67ae81" providerId="LiveId" clId="{FD2F5D12-ACBD-4765-8840-D274A9236CBA}" dt="2026-05-27T13:48:37.031" v="98" actId="1076"/>
          <ac:spMkLst>
            <pc:docMk/>
            <pc:sldMk cId="1003261313" sldId="256"/>
            <ac:spMk id="181" creationId="{00000000-0000-0000-0000-000000000000}"/>
          </ac:spMkLst>
        </pc:spChg>
        <pc:spChg chg="del mod">
          <ac:chgData name="Ofir Ovadia" userId="6dc70a85eb67ae81" providerId="LiveId" clId="{FD2F5D12-ACBD-4765-8840-D274A9236CBA}" dt="2026-05-27T13:45:45.065" v="75" actId="478"/>
          <ac:spMkLst>
            <pc:docMk/>
            <pc:sldMk cId="1003261313" sldId="256"/>
            <ac:spMk id="183" creationId="{00000000-0000-0000-0000-000000000000}"/>
          </ac:spMkLst>
        </pc:spChg>
        <pc:spChg chg="del mod">
          <ac:chgData name="Ofir Ovadia" userId="6dc70a85eb67ae81" providerId="LiveId" clId="{FD2F5D12-ACBD-4765-8840-D274A9236CBA}" dt="2026-05-27T13:46:15.145" v="81" actId="478"/>
          <ac:spMkLst>
            <pc:docMk/>
            <pc:sldMk cId="1003261313" sldId="256"/>
            <ac:spMk id="184" creationId="{00000000-0000-0000-0000-000000000000}"/>
          </ac:spMkLst>
        </pc:spChg>
        <pc:spChg chg="del">
          <ac:chgData name="Ofir Ovadia" userId="6dc70a85eb67ae81" providerId="LiveId" clId="{FD2F5D12-ACBD-4765-8840-D274A9236CBA}" dt="2026-05-27T13:46:08.898" v="78" actId="478"/>
          <ac:spMkLst>
            <pc:docMk/>
            <pc:sldMk cId="1003261313" sldId="256"/>
            <ac:spMk id="192" creationId="{00000000-0000-0000-0000-000000000000}"/>
          </ac:spMkLst>
        </pc:spChg>
        <pc:spChg chg="del mod">
          <ac:chgData name="Ofir Ovadia" userId="6dc70a85eb67ae81" providerId="LiveId" clId="{FD2F5D12-ACBD-4765-8840-D274A9236CBA}" dt="2026-05-27T13:48:41.557" v="100" actId="478"/>
          <ac:spMkLst>
            <pc:docMk/>
            <pc:sldMk cId="1003261313" sldId="256"/>
            <ac:spMk id="193" creationId="{00000000-0000-0000-0000-000000000000}"/>
          </ac:spMkLst>
        </pc:spChg>
        <pc:spChg chg="del mod">
          <ac:chgData name="Ofir Ovadia" userId="6dc70a85eb67ae81" providerId="LiveId" clId="{FD2F5D12-ACBD-4765-8840-D274A9236CBA}" dt="2026-05-27T13:45:13.321" v="64" actId="478"/>
          <ac:spMkLst>
            <pc:docMk/>
            <pc:sldMk cId="1003261313" sldId="256"/>
            <ac:spMk id="197" creationId="{00000000-0000-0000-0000-000000000000}"/>
          </ac:spMkLst>
        </pc:spChg>
        <pc:spChg chg="mod">
          <ac:chgData name="Ofir Ovadia" userId="6dc70a85eb67ae81" providerId="LiveId" clId="{FD2F5D12-ACBD-4765-8840-D274A9236CBA}" dt="2026-05-27T14:00:04.021" v="132" actId="1076"/>
          <ac:spMkLst>
            <pc:docMk/>
            <pc:sldMk cId="1003261313" sldId="256"/>
            <ac:spMk id="198" creationId="{00000000-0000-0000-0000-000000000000}"/>
          </ac:spMkLst>
        </pc:spChg>
        <pc:spChg chg="del mod">
          <ac:chgData name="Ofir Ovadia" userId="6dc70a85eb67ae81" providerId="LiveId" clId="{FD2F5D12-ACBD-4765-8840-D274A9236CBA}" dt="2026-05-27T13:47:45.677" v="85" actId="478"/>
          <ac:spMkLst>
            <pc:docMk/>
            <pc:sldMk cId="1003261313" sldId="256"/>
            <ac:spMk id="199" creationId="{00000000-0000-0000-0000-000000000000}"/>
          </ac:spMkLst>
        </pc:spChg>
        <pc:spChg chg="del mod">
          <ac:chgData name="Ofir Ovadia" userId="6dc70a85eb67ae81" providerId="LiveId" clId="{FD2F5D12-ACBD-4765-8840-D274A9236CBA}" dt="2026-05-27T13:48:11.741" v="95" actId="478"/>
          <ac:spMkLst>
            <pc:docMk/>
            <pc:sldMk cId="1003261313" sldId="256"/>
            <ac:spMk id="222" creationId="{00000000-0000-0000-0000-000000000000}"/>
          </ac:spMkLst>
        </pc:spChg>
        <pc:spChg chg="mod">
          <ac:chgData name="Ofir Ovadia" userId="6dc70a85eb67ae81" providerId="LiveId" clId="{FD2F5D12-ACBD-4765-8840-D274A9236CBA}" dt="2026-05-27T13:50:55.371" v="107" actId="1076"/>
          <ac:spMkLst>
            <pc:docMk/>
            <pc:sldMk cId="1003261313" sldId="256"/>
            <ac:spMk id="277" creationId="{00000000-0000-0000-0000-000000000000}"/>
          </ac:spMkLst>
        </pc:spChg>
        <pc:spChg chg="mod">
          <ac:chgData name="Ofir Ovadia" userId="6dc70a85eb67ae81" providerId="LiveId" clId="{FD2F5D12-ACBD-4765-8840-D274A9236CBA}" dt="2026-05-27T13:51:00.977" v="108" actId="1076"/>
          <ac:spMkLst>
            <pc:docMk/>
            <pc:sldMk cId="1003261313" sldId="256"/>
            <ac:spMk id="278" creationId="{00000000-0000-0000-0000-000000000000}"/>
          </ac:spMkLst>
        </pc:spChg>
        <pc:grpChg chg="add del mod">
          <ac:chgData name="Ofir Ovadia" userId="6dc70a85eb67ae81" providerId="LiveId" clId="{FD2F5D12-ACBD-4765-8840-D274A9236CBA}" dt="2026-05-27T13:59:14.229" v="118" actId="14100"/>
          <ac:grpSpMkLst>
            <pc:docMk/>
            <pc:sldMk cId="1003261313" sldId="256"/>
            <ac:grpSpMk id="2" creationId="{00000000-0000-0000-0000-000000000000}"/>
          </ac:grpSpMkLst>
        </pc:grpChg>
        <pc:cxnChg chg="add del mod">
          <ac:chgData name="Ofir Ovadia" userId="6dc70a85eb67ae81" providerId="LiveId" clId="{FD2F5D12-ACBD-4765-8840-D274A9236CBA}" dt="2026-05-27T13:45:03.317" v="61" actId="478"/>
          <ac:cxnSpMkLst>
            <pc:docMk/>
            <pc:sldMk cId="1003261313" sldId="256"/>
            <ac:cxnSpMk id="159" creationId="{00000000-0000-0000-0000-000000000000}"/>
          </ac:cxnSpMkLst>
        </pc:cxnChg>
        <pc:cxnChg chg="mod">
          <ac:chgData name="Ofir Ovadia" userId="6dc70a85eb67ae81" providerId="LiveId" clId="{FD2F5D12-ACBD-4765-8840-D274A9236CBA}" dt="2026-05-27T14:01:17.972" v="150" actId="14100"/>
          <ac:cxnSpMkLst>
            <pc:docMk/>
            <pc:sldMk cId="1003261313" sldId="256"/>
            <ac:cxnSpMk id="160" creationId="{00000000-0000-0000-0000-000000000000}"/>
          </ac:cxnSpMkLst>
        </pc:cxnChg>
        <pc:cxnChg chg="del mod">
          <ac:chgData name="Ofir Ovadia" userId="6dc70a85eb67ae81" providerId="LiveId" clId="{FD2F5D12-ACBD-4765-8840-D274A9236CBA}" dt="2026-05-27T13:47:58.249" v="87" actId="478"/>
          <ac:cxnSpMkLst>
            <pc:docMk/>
            <pc:sldMk cId="1003261313" sldId="256"/>
            <ac:cxnSpMk id="164" creationId="{00000000-0000-0000-0000-000000000000}"/>
          </ac:cxnSpMkLst>
        </pc:cxnChg>
        <pc:cxnChg chg="del mod">
          <ac:chgData name="Ofir Ovadia" userId="6dc70a85eb67ae81" providerId="LiveId" clId="{FD2F5D12-ACBD-4765-8840-D274A9236CBA}" dt="2026-05-27T13:45:15.376" v="65" actId="478"/>
          <ac:cxnSpMkLst>
            <pc:docMk/>
            <pc:sldMk cId="1003261313" sldId="256"/>
            <ac:cxnSpMk id="169" creationId="{00000000-0000-0000-0000-000000000000}"/>
          </ac:cxnSpMkLst>
        </pc:cxnChg>
        <pc:cxnChg chg="del mod">
          <ac:chgData name="Ofir Ovadia" userId="6dc70a85eb67ae81" providerId="LiveId" clId="{FD2F5D12-ACBD-4765-8840-D274A9236CBA}" dt="2026-05-27T13:46:11.785" v="79" actId="478"/>
          <ac:cxnSpMkLst>
            <pc:docMk/>
            <pc:sldMk cId="1003261313" sldId="256"/>
            <ac:cxnSpMk id="171" creationId="{00000000-0000-0000-0000-000000000000}"/>
          </ac:cxnSpMkLst>
        </pc:cxnChg>
        <pc:cxnChg chg="del mod">
          <ac:chgData name="Ofir Ovadia" userId="6dc70a85eb67ae81" providerId="LiveId" clId="{FD2F5D12-ACBD-4765-8840-D274A9236CBA}" dt="2026-05-27T13:45:35.600" v="70" actId="478"/>
          <ac:cxnSpMkLst>
            <pc:docMk/>
            <pc:sldMk cId="1003261313" sldId="256"/>
            <ac:cxnSpMk id="174" creationId="{00000000-0000-0000-0000-000000000000}"/>
          </ac:cxnSpMkLst>
        </pc:cxnChg>
        <pc:cxnChg chg="del mod">
          <ac:chgData name="Ofir Ovadia" userId="6dc70a85eb67ae81" providerId="LiveId" clId="{FD2F5D12-ACBD-4765-8840-D274A9236CBA}" dt="2026-05-27T13:48:32.277" v="97" actId="478"/>
          <ac:cxnSpMkLst>
            <pc:docMk/>
            <pc:sldMk cId="1003261313" sldId="256"/>
            <ac:cxnSpMk id="185" creationId="{00000000-0000-0000-0000-000000000000}"/>
          </ac:cxnSpMkLst>
        </pc:cxnChg>
        <pc:cxnChg chg="mod">
          <ac:chgData name="Ofir Ovadia" userId="6dc70a85eb67ae81" providerId="LiveId" clId="{FD2F5D12-ACBD-4765-8840-D274A9236CBA}" dt="2026-05-27T13:45:40.345" v="72" actId="478"/>
          <ac:cxnSpMkLst>
            <pc:docMk/>
            <pc:sldMk cId="1003261313" sldId="256"/>
            <ac:cxnSpMk id="186" creationId="{00000000-0000-0000-0000-000000000000}"/>
          </ac:cxnSpMkLst>
        </pc:cxnChg>
        <pc:cxnChg chg="mod">
          <ac:chgData name="Ofir Ovadia" userId="6dc70a85eb67ae81" providerId="LiveId" clId="{FD2F5D12-ACBD-4765-8840-D274A9236CBA}" dt="2026-05-27T14:10:23.880" v="168" actId="14100"/>
          <ac:cxnSpMkLst>
            <pc:docMk/>
            <pc:sldMk cId="1003261313" sldId="256"/>
            <ac:cxnSpMk id="187" creationId="{00000000-0000-0000-0000-000000000000}"/>
          </ac:cxnSpMkLst>
        </pc:cxnChg>
        <pc:cxnChg chg="del mod">
          <ac:chgData name="Ofir Ovadia" userId="6dc70a85eb67ae81" providerId="LiveId" clId="{FD2F5D12-ACBD-4765-8840-D274A9236CBA}" dt="2026-05-27T13:50:27.941" v="103" actId="478"/>
          <ac:cxnSpMkLst>
            <pc:docMk/>
            <pc:sldMk cId="1003261313" sldId="256"/>
            <ac:cxnSpMk id="189" creationId="{00000000-0000-0000-0000-000000000000}"/>
          </ac:cxnSpMkLst>
        </pc:cxnChg>
        <pc:cxnChg chg="mod">
          <ac:chgData name="Ofir Ovadia" userId="6dc70a85eb67ae81" providerId="LiveId" clId="{FD2F5D12-ACBD-4765-8840-D274A9236CBA}" dt="2026-05-27T14:10:00.335" v="161" actId="1076"/>
          <ac:cxnSpMkLst>
            <pc:docMk/>
            <pc:sldMk cId="1003261313" sldId="256"/>
            <ac:cxnSpMk id="190" creationId="{00000000-0000-0000-0000-000000000000}"/>
          </ac:cxnSpMkLst>
        </pc:cxnChg>
        <pc:cxnChg chg="del">
          <ac:chgData name="Ofir Ovadia" userId="6dc70a85eb67ae81" providerId="LiveId" clId="{FD2F5D12-ACBD-4765-8840-D274A9236CBA}" dt="2026-05-27T13:45:41.873" v="73" actId="478"/>
          <ac:cxnSpMkLst>
            <pc:docMk/>
            <pc:sldMk cId="1003261313" sldId="256"/>
            <ac:cxnSpMk id="194" creationId="{00000000-0000-0000-0000-000000000000}"/>
          </ac:cxnSpMkLst>
        </pc:cxnChg>
        <pc:cxnChg chg="del">
          <ac:chgData name="Ofir Ovadia" userId="6dc70a85eb67ae81" providerId="LiveId" clId="{FD2F5D12-ACBD-4765-8840-D274A9236CBA}" dt="2026-05-27T13:46:06.861" v="77" actId="478"/>
          <ac:cxnSpMkLst>
            <pc:docMk/>
            <pc:sldMk cId="1003261313" sldId="256"/>
            <ac:cxnSpMk id="195" creationId="{00000000-0000-0000-0000-000000000000}"/>
          </ac:cxnSpMkLst>
        </pc:cxnChg>
        <pc:cxnChg chg="mod">
          <ac:chgData name="Ofir Ovadia" userId="6dc70a85eb67ae81" providerId="LiveId" clId="{FD2F5D12-ACBD-4765-8840-D274A9236CBA}" dt="2026-05-27T13:47:45.677" v="85" actId="478"/>
          <ac:cxnSpMkLst>
            <pc:docMk/>
            <pc:sldMk cId="1003261313" sldId="256"/>
            <ac:cxnSpMk id="208" creationId="{00000000-0000-0000-0000-000000000000}"/>
          </ac:cxnSpMkLst>
        </pc:cxnChg>
        <pc:cxnChg chg="del mod">
          <ac:chgData name="Ofir Ovadia" userId="6dc70a85eb67ae81" providerId="LiveId" clId="{FD2F5D12-ACBD-4765-8840-D274A9236CBA}" dt="2026-05-27T13:45:25.275" v="68" actId="478"/>
          <ac:cxnSpMkLst>
            <pc:docMk/>
            <pc:sldMk cId="1003261313" sldId="256"/>
            <ac:cxnSpMk id="213" creationId="{00000000-0000-0000-0000-000000000000}"/>
          </ac:cxnSpMkLst>
        </pc:cxnChg>
      </pc:sldChg>
      <pc:sldChg chg="del">
        <pc:chgData name="Ofir Ovadia" userId="6dc70a85eb67ae81" providerId="LiveId" clId="{FD2F5D12-ACBD-4765-8840-D274A9236CBA}" dt="2026-05-27T14:41:54.704" v="428" actId="2696"/>
        <pc:sldMkLst>
          <pc:docMk/>
          <pc:sldMk cId="4249629108" sldId="257"/>
        </pc:sldMkLst>
      </pc:sldChg>
      <pc:sldChg chg="del">
        <pc:chgData name="Ofir Ovadia" userId="6dc70a85eb67ae81" providerId="LiveId" clId="{FD2F5D12-ACBD-4765-8840-D274A9236CBA}" dt="2026-05-27T14:41:57.172" v="429" actId="2696"/>
        <pc:sldMkLst>
          <pc:docMk/>
          <pc:sldMk cId="738806005" sldId="258"/>
        </pc:sldMkLst>
      </pc:sldChg>
      <pc:sldChg chg="del">
        <pc:chgData name="Ofir Ovadia" userId="6dc70a85eb67ae81" providerId="LiveId" clId="{FD2F5D12-ACBD-4765-8840-D274A9236CBA}" dt="2026-05-27T14:41:58.908" v="430" actId="2696"/>
        <pc:sldMkLst>
          <pc:docMk/>
          <pc:sldMk cId="463717145" sldId="259"/>
        </pc:sldMkLst>
      </pc:sldChg>
      <pc:sldChg chg="addSp delSp modSp add mod">
        <pc:chgData name="Ofir Ovadia" userId="6dc70a85eb67ae81" providerId="LiveId" clId="{FD2F5D12-ACBD-4765-8840-D274A9236CBA}" dt="2026-05-27T14:27:38.683" v="306" actId="1076"/>
        <pc:sldMkLst>
          <pc:docMk/>
          <pc:sldMk cId="1335717625" sldId="260"/>
        </pc:sldMkLst>
        <pc:spChg chg="add mod">
          <ac:chgData name="Ofir Ovadia" userId="6dc70a85eb67ae81" providerId="LiveId" clId="{FD2F5D12-ACBD-4765-8840-D274A9236CBA}" dt="2026-05-27T14:23:20.626" v="292" actId="1076"/>
          <ac:spMkLst>
            <pc:docMk/>
            <pc:sldMk cId="1335717625" sldId="260"/>
            <ac:spMk id="50" creationId="{93CA80FE-893D-3262-610A-F13FBA50B512}"/>
          </ac:spMkLst>
        </pc:spChg>
        <pc:spChg chg="mod">
          <ac:chgData name="Ofir Ovadia" userId="6dc70a85eb67ae81" providerId="LiveId" clId="{FD2F5D12-ACBD-4765-8840-D274A9236CBA}" dt="2026-05-27T14:08:18.283" v="155"/>
          <ac:spMkLst>
            <pc:docMk/>
            <pc:sldMk cId="1335717625" sldId="260"/>
            <ac:spMk id="151" creationId="{AB41AB8C-AB32-F50E-0EDE-9283BE617409}"/>
          </ac:spMkLst>
        </pc:spChg>
        <pc:spChg chg="del mod">
          <ac:chgData name="Ofir Ovadia" userId="6dc70a85eb67ae81" providerId="LiveId" clId="{FD2F5D12-ACBD-4765-8840-D274A9236CBA}" dt="2026-05-27T14:17:59.499" v="236" actId="478"/>
          <ac:spMkLst>
            <pc:docMk/>
            <pc:sldMk cId="1335717625" sldId="260"/>
            <ac:spMk id="152" creationId="{D1CE5862-1A25-7B3E-28D2-CEDD7E085E6D}"/>
          </ac:spMkLst>
        </pc:spChg>
        <pc:spChg chg="del">
          <ac:chgData name="Ofir Ovadia" userId="6dc70a85eb67ae81" providerId="LiveId" clId="{FD2F5D12-ACBD-4765-8840-D274A9236CBA}" dt="2026-05-27T14:15:26.806" v="219" actId="478"/>
          <ac:spMkLst>
            <pc:docMk/>
            <pc:sldMk cId="1335717625" sldId="260"/>
            <ac:spMk id="153" creationId="{F1537570-D0CE-C054-0759-14446527C4CD}"/>
          </ac:spMkLst>
        </pc:spChg>
        <pc:spChg chg="mod">
          <ac:chgData name="Ofir Ovadia" userId="6dc70a85eb67ae81" providerId="LiveId" clId="{FD2F5D12-ACBD-4765-8840-D274A9236CBA}" dt="2026-05-27T14:18:45.101" v="248" actId="1076"/>
          <ac:spMkLst>
            <pc:docMk/>
            <pc:sldMk cId="1335717625" sldId="260"/>
            <ac:spMk id="157" creationId="{69395BEA-772C-0246-061B-4261CCEF8197}"/>
          </ac:spMkLst>
        </pc:spChg>
        <pc:spChg chg="del">
          <ac:chgData name="Ofir Ovadia" userId="6dc70a85eb67ae81" providerId="LiveId" clId="{FD2F5D12-ACBD-4765-8840-D274A9236CBA}" dt="2026-05-27T14:15:25.307" v="218" actId="478"/>
          <ac:spMkLst>
            <pc:docMk/>
            <pc:sldMk cId="1335717625" sldId="260"/>
            <ac:spMk id="158" creationId="{BF159A32-8BA7-E874-54D2-7E69EDBF3DA1}"/>
          </ac:spMkLst>
        </pc:spChg>
        <pc:spChg chg="mod">
          <ac:chgData name="Ofir Ovadia" userId="6dc70a85eb67ae81" providerId="LiveId" clId="{FD2F5D12-ACBD-4765-8840-D274A9236CBA}" dt="2026-05-27T14:11:55.640" v="175" actId="20577"/>
          <ac:spMkLst>
            <pc:docMk/>
            <pc:sldMk cId="1335717625" sldId="260"/>
            <ac:spMk id="161" creationId="{19AE4735-BDED-E63F-FC66-661A8B1069E0}"/>
          </ac:spMkLst>
        </pc:spChg>
        <pc:spChg chg="del">
          <ac:chgData name="Ofir Ovadia" userId="6dc70a85eb67ae81" providerId="LiveId" clId="{FD2F5D12-ACBD-4765-8840-D274A9236CBA}" dt="2026-05-27T14:27:17.087" v="303" actId="478"/>
          <ac:spMkLst>
            <pc:docMk/>
            <pc:sldMk cId="1335717625" sldId="260"/>
            <ac:spMk id="162" creationId="{97B243D9-7435-480F-44B9-6DD74163E04D}"/>
          </ac:spMkLst>
        </pc:spChg>
        <pc:spChg chg="mod">
          <ac:chgData name="Ofir Ovadia" userId="6dc70a85eb67ae81" providerId="LiveId" clId="{FD2F5D12-ACBD-4765-8840-D274A9236CBA}" dt="2026-05-27T14:13:32.619" v="191"/>
          <ac:spMkLst>
            <pc:docMk/>
            <pc:sldMk cId="1335717625" sldId="260"/>
            <ac:spMk id="163" creationId="{FBA58E2D-EF7C-3F0F-744F-7D5A6D7B8480}"/>
          </ac:spMkLst>
        </pc:spChg>
        <pc:spChg chg="del mod">
          <ac:chgData name="Ofir Ovadia" userId="6dc70a85eb67ae81" providerId="LiveId" clId="{FD2F5D12-ACBD-4765-8840-D274A9236CBA}" dt="2026-05-27T14:15:56.527" v="223" actId="478"/>
          <ac:spMkLst>
            <pc:docMk/>
            <pc:sldMk cId="1335717625" sldId="260"/>
            <ac:spMk id="168" creationId="{F0B7FBA0-7A68-260D-B8A0-00CB0606DC16}"/>
          </ac:spMkLst>
        </pc:spChg>
        <pc:spChg chg="del mod">
          <ac:chgData name="Ofir Ovadia" userId="6dc70a85eb67ae81" providerId="LiveId" clId="{FD2F5D12-ACBD-4765-8840-D274A9236CBA}" dt="2026-05-27T14:22:29.775" v="279" actId="478"/>
          <ac:spMkLst>
            <pc:docMk/>
            <pc:sldMk cId="1335717625" sldId="260"/>
            <ac:spMk id="170" creationId="{2CF89A34-6577-4B2E-48CA-7CA25C51D181}"/>
          </ac:spMkLst>
        </pc:spChg>
        <pc:spChg chg="mod">
          <ac:chgData name="Ofir Ovadia" userId="6dc70a85eb67ae81" providerId="LiveId" clId="{FD2F5D12-ACBD-4765-8840-D274A9236CBA}" dt="2026-05-27T14:13:50.991" v="196" actId="20577"/>
          <ac:spMkLst>
            <pc:docMk/>
            <pc:sldMk cId="1335717625" sldId="260"/>
            <ac:spMk id="172" creationId="{F91A2E1A-9A38-0C46-9994-B29680FE5762}"/>
          </ac:spMkLst>
        </pc:spChg>
        <pc:spChg chg="mod">
          <ac:chgData name="Ofir Ovadia" userId="6dc70a85eb67ae81" providerId="LiveId" clId="{FD2F5D12-ACBD-4765-8840-D274A9236CBA}" dt="2026-05-27T14:27:38.683" v="306" actId="1076"/>
          <ac:spMkLst>
            <pc:docMk/>
            <pc:sldMk cId="1335717625" sldId="260"/>
            <ac:spMk id="173" creationId="{CE9150DC-9D07-EBDA-CE9A-AEBA6E6D5EC6}"/>
          </ac:spMkLst>
        </pc:spChg>
        <pc:spChg chg="mod">
          <ac:chgData name="Ofir Ovadia" userId="6dc70a85eb67ae81" providerId="LiveId" clId="{FD2F5D12-ACBD-4765-8840-D274A9236CBA}" dt="2026-05-27T14:27:34.530" v="305" actId="14100"/>
          <ac:spMkLst>
            <pc:docMk/>
            <pc:sldMk cId="1335717625" sldId="260"/>
            <ac:spMk id="175" creationId="{CFC03A6B-7BBE-0570-D2AD-5C774B66FF2A}"/>
          </ac:spMkLst>
        </pc:spChg>
        <pc:spChg chg="del">
          <ac:chgData name="Ofir Ovadia" userId="6dc70a85eb67ae81" providerId="LiveId" clId="{FD2F5D12-ACBD-4765-8840-D274A9236CBA}" dt="2026-05-27T14:16:12.501" v="227" actId="478"/>
          <ac:spMkLst>
            <pc:docMk/>
            <pc:sldMk cId="1335717625" sldId="260"/>
            <ac:spMk id="180" creationId="{751C75B3-6D2F-1EC6-C284-B166B55988A1}"/>
          </ac:spMkLst>
        </pc:spChg>
        <pc:spChg chg="mod">
          <ac:chgData name="Ofir Ovadia" userId="6dc70a85eb67ae81" providerId="LiveId" clId="{FD2F5D12-ACBD-4765-8840-D274A9236CBA}" dt="2026-05-27T14:26:08.337" v="300" actId="1076"/>
          <ac:spMkLst>
            <pc:docMk/>
            <pc:sldMk cId="1335717625" sldId="260"/>
            <ac:spMk id="181" creationId="{C0483E85-89B4-AA43-347C-CB0C8A8056DA}"/>
          </ac:spMkLst>
        </pc:spChg>
        <pc:spChg chg="del">
          <ac:chgData name="Ofir Ovadia" userId="6dc70a85eb67ae81" providerId="LiveId" clId="{FD2F5D12-ACBD-4765-8840-D274A9236CBA}" dt="2026-05-27T14:16:25.582" v="231" actId="478"/>
          <ac:spMkLst>
            <pc:docMk/>
            <pc:sldMk cId="1335717625" sldId="260"/>
            <ac:spMk id="183" creationId="{5CB38EB9-06D4-A167-5C96-0030B9B8EBAD}"/>
          </ac:spMkLst>
        </pc:spChg>
        <pc:spChg chg="del mod">
          <ac:chgData name="Ofir Ovadia" userId="6dc70a85eb67ae81" providerId="LiveId" clId="{FD2F5D12-ACBD-4765-8840-D274A9236CBA}" dt="2026-05-27T14:22:32.131" v="280" actId="478"/>
          <ac:spMkLst>
            <pc:docMk/>
            <pc:sldMk cId="1335717625" sldId="260"/>
            <ac:spMk id="184" creationId="{9E5A4D17-1357-59D2-67D7-6C5585A6A0D2}"/>
          </ac:spMkLst>
        </pc:spChg>
        <pc:spChg chg="del">
          <ac:chgData name="Ofir Ovadia" userId="6dc70a85eb67ae81" providerId="LiveId" clId="{FD2F5D12-ACBD-4765-8840-D274A9236CBA}" dt="2026-05-27T14:16:29.954" v="233" actId="478"/>
          <ac:spMkLst>
            <pc:docMk/>
            <pc:sldMk cId="1335717625" sldId="260"/>
            <ac:spMk id="192" creationId="{1EB9BB28-6123-2775-30B9-C1F2CEB07F34}"/>
          </ac:spMkLst>
        </pc:spChg>
        <pc:spChg chg="del mod">
          <ac:chgData name="Ofir Ovadia" userId="6dc70a85eb67ae81" providerId="LiveId" clId="{FD2F5D12-ACBD-4765-8840-D274A9236CBA}" dt="2026-05-27T14:25:59.071" v="299" actId="478"/>
          <ac:spMkLst>
            <pc:docMk/>
            <pc:sldMk cId="1335717625" sldId="260"/>
            <ac:spMk id="193" creationId="{EF1C18D4-6B0B-26C4-95F7-2102C3731980}"/>
          </ac:spMkLst>
        </pc:spChg>
        <pc:spChg chg="del mod">
          <ac:chgData name="Ofir Ovadia" userId="6dc70a85eb67ae81" providerId="LiveId" clId="{FD2F5D12-ACBD-4765-8840-D274A9236CBA}" dt="2026-05-27T14:16:11.007" v="226" actId="478"/>
          <ac:spMkLst>
            <pc:docMk/>
            <pc:sldMk cId="1335717625" sldId="260"/>
            <ac:spMk id="197" creationId="{AC234D8F-0A8A-62A4-6B75-8D7702F3220C}"/>
          </ac:spMkLst>
        </pc:spChg>
        <pc:spChg chg="del">
          <ac:chgData name="Ofir Ovadia" userId="6dc70a85eb67ae81" providerId="LiveId" clId="{FD2F5D12-ACBD-4765-8840-D274A9236CBA}" dt="2026-05-27T14:17:55.299" v="234" actId="478"/>
          <ac:spMkLst>
            <pc:docMk/>
            <pc:sldMk cId="1335717625" sldId="260"/>
            <ac:spMk id="198" creationId="{77B67FA6-0D05-8627-FE16-AC10AB5A0031}"/>
          </ac:spMkLst>
        </pc:spChg>
        <pc:spChg chg="mod">
          <ac:chgData name="Ofir Ovadia" userId="6dc70a85eb67ae81" providerId="LiveId" clId="{FD2F5D12-ACBD-4765-8840-D274A9236CBA}" dt="2026-05-27T14:13:20.889" v="190" actId="14100"/>
          <ac:spMkLst>
            <pc:docMk/>
            <pc:sldMk cId="1335717625" sldId="260"/>
            <ac:spMk id="199" creationId="{6E675331-1EE4-FE68-45B9-EA93F84DD499}"/>
          </ac:spMkLst>
        </pc:spChg>
        <pc:spChg chg="del">
          <ac:chgData name="Ofir Ovadia" userId="6dc70a85eb67ae81" providerId="LiveId" clId="{FD2F5D12-ACBD-4765-8840-D274A9236CBA}" dt="2026-05-27T14:16:17.254" v="229" actId="478"/>
          <ac:spMkLst>
            <pc:docMk/>
            <pc:sldMk cId="1335717625" sldId="260"/>
            <ac:spMk id="222" creationId="{C446F276-F370-636F-44D1-3CF7232634FA}"/>
          </ac:spMkLst>
        </pc:spChg>
        <pc:spChg chg="mod">
          <ac:chgData name="Ofir Ovadia" userId="6dc70a85eb67ae81" providerId="LiveId" clId="{FD2F5D12-ACBD-4765-8840-D274A9236CBA}" dt="2026-05-27T14:25:11.736" v="298" actId="1076"/>
          <ac:spMkLst>
            <pc:docMk/>
            <pc:sldMk cId="1335717625" sldId="260"/>
            <ac:spMk id="277" creationId="{4D6E1098-2ADE-9D84-B963-ED13CA7D806D}"/>
          </ac:spMkLst>
        </pc:spChg>
        <pc:spChg chg="mod">
          <ac:chgData name="Ofir Ovadia" userId="6dc70a85eb67ae81" providerId="LiveId" clId="{FD2F5D12-ACBD-4765-8840-D274A9236CBA}" dt="2026-05-27T14:25:07.906" v="297" actId="1076"/>
          <ac:spMkLst>
            <pc:docMk/>
            <pc:sldMk cId="1335717625" sldId="260"/>
            <ac:spMk id="278" creationId="{76C837B1-B413-6B0D-2E44-D89C3CADAA6D}"/>
          </ac:spMkLst>
        </pc:spChg>
        <pc:cxnChg chg="add mod">
          <ac:chgData name="Ofir Ovadia" userId="6dc70a85eb67ae81" providerId="LiveId" clId="{FD2F5D12-ACBD-4765-8840-D274A9236CBA}" dt="2026-05-27T14:26:14.939" v="302" actId="14100"/>
          <ac:cxnSpMkLst>
            <pc:docMk/>
            <pc:sldMk cId="1335717625" sldId="260"/>
            <ac:cxnSpMk id="42" creationId="{E178AB65-A42D-B36D-EEB2-FBA3C43B3B2E}"/>
          </ac:cxnSpMkLst>
        </pc:cxnChg>
        <pc:cxnChg chg="del mod">
          <ac:chgData name="Ofir Ovadia" userId="6dc70a85eb67ae81" providerId="LiveId" clId="{FD2F5D12-ACBD-4765-8840-D274A9236CBA}" dt="2026-05-27T14:15:28.502" v="220" actId="478"/>
          <ac:cxnSpMkLst>
            <pc:docMk/>
            <pc:sldMk cId="1335717625" sldId="260"/>
            <ac:cxnSpMk id="159" creationId="{C590E458-2F3D-274F-D2F4-2B9553F3FA5C}"/>
          </ac:cxnSpMkLst>
        </pc:cxnChg>
        <pc:cxnChg chg="del mod">
          <ac:chgData name="Ofir Ovadia" userId="6dc70a85eb67ae81" providerId="LiveId" clId="{FD2F5D12-ACBD-4765-8840-D274A9236CBA}" dt="2026-05-27T14:18:01.991" v="237" actId="478"/>
          <ac:cxnSpMkLst>
            <pc:docMk/>
            <pc:sldMk cId="1335717625" sldId="260"/>
            <ac:cxnSpMk id="160" creationId="{2FD70406-6A15-A34F-01FA-E6149711E7CC}"/>
          </ac:cxnSpMkLst>
        </pc:cxnChg>
        <pc:cxnChg chg="mod">
          <ac:chgData name="Ofir Ovadia" userId="6dc70a85eb67ae81" providerId="LiveId" clId="{FD2F5D12-ACBD-4765-8840-D274A9236CBA}" dt="2026-05-27T14:13:20.889" v="190" actId="14100"/>
          <ac:cxnSpMkLst>
            <pc:docMk/>
            <pc:sldMk cId="1335717625" sldId="260"/>
            <ac:cxnSpMk id="164" creationId="{17F1118F-C3FF-3BD1-2356-15352E28619F}"/>
          </ac:cxnSpMkLst>
        </pc:cxnChg>
        <pc:cxnChg chg="del mod">
          <ac:chgData name="Ofir Ovadia" userId="6dc70a85eb67ae81" providerId="LiveId" clId="{FD2F5D12-ACBD-4765-8840-D274A9236CBA}" dt="2026-05-27T14:16:07.979" v="224" actId="478"/>
          <ac:cxnSpMkLst>
            <pc:docMk/>
            <pc:sldMk cId="1335717625" sldId="260"/>
            <ac:cxnSpMk id="169" creationId="{AFA29C86-D67B-F907-5472-82EE87C34588}"/>
          </ac:cxnSpMkLst>
        </pc:cxnChg>
        <pc:cxnChg chg="mod">
          <ac:chgData name="Ofir Ovadia" userId="6dc70a85eb67ae81" providerId="LiveId" clId="{FD2F5D12-ACBD-4765-8840-D274A9236CBA}" dt="2026-05-27T14:26:08.337" v="300" actId="1076"/>
          <ac:cxnSpMkLst>
            <pc:docMk/>
            <pc:sldMk cId="1335717625" sldId="260"/>
            <ac:cxnSpMk id="171" creationId="{331FA0BE-37E1-58D5-6601-CBC2D025081D}"/>
          </ac:cxnSpMkLst>
        </pc:cxnChg>
        <pc:cxnChg chg="mod">
          <ac:chgData name="Ofir Ovadia" userId="6dc70a85eb67ae81" providerId="LiveId" clId="{FD2F5D12-ACBD-4765-8840-D274A9236CBA}" dt="2026-05-27T14:27:34.530" v="305" actId="14100"/>
          <ac:cxnSpMkLst>
            <pc:docMk/>
            <pc:sldMk cId="1335717625" sldId="260"/>
            <ac:cxnSpMk id="174" creationId="{AD3841FE-B25D-1287-DBB8-60BC84D61B89}"/>
          </ac:cxnSpMkLst>
        </pc:cxnChg>
        <pc:cxnChg chg="del mod">
          <ac:chgData name="Ofir Ovadia" userId="6dc70a85eb67ae81" providerId="LiveId" clId="{FD2F5D12-ACBD-4765-8840-D274A9236CBA}" dt="2026-05-27T14:22:10.986" v="274" actId="478"/>
          <ac:cxnSpMkLst>
            <pc:docMk/>
            <pc:sldMk cId="1335717625" sldId="260"/>
            <ac:cxnSpMk id="185" creationId="{29E48BCD-700B-9C1A-5CE6-E42C1CD05640}"/>
          </ac:cxnSpMkLst>
        </pc:cxnChg>
        <pc:cxnChg chg="mod">
          <ac:chgData name="Ofir Ovadia" userId="6dc70a85eb67ae81" providerId="LiveId" clId="{FD2F5D12-ACBD-4765-8840-D274A9236CBA}" dt="2026-05-27T14:18:45.101" v="248" actId="1076"/>
          <ac:cxnSpMkLst>
            <pc:docMk/>
            <pc:sldMk cId="1335717625" sldId="260"/>
            <ac:cxnSpMk id="187" creationId="{77DC61EC-B93B-F133-FA38-093EB7703990}"/>
          </ac:cxnSpMkLst>
        </pc:cxnChg>
        <pc:cxnChg chg="del mod">
          <ac:chgData name="Ofir Ovadia" userId="6dc70a85eb67ae81" providerId="LiveId" clId="{FD2F5D12-ACBD-4765-8840-D274A9236CBA}" dt="2026-05-27T14:15:40.246" v="222" actId="478"/>
          <ac:cxnSpMkLst>
            <pc:docMk/>
            <pc:sldMk cId="1335717625" sldId="260"/>
            <ac:cxnSpMk id="189" creationId="{7A635B19-9E48-C92F-3D84-16F52A775ABD}"/>
          </ac:cxnSpMkLst>
        </pc:cxnChg>
        <pc:cxnChg chg="mod">
          <ac:chgData name="Ofir Ovadia" userId="6dc70a85eb67ae81" providerId="LiveId" clId="{FD2F5D12-ACBD-4765-8840-D274A9236CBA}" dt="2026-05-27T14:08:16.226" v="154" actId="1076"/>
          <ac:cxnSpMkLst>
            <pc:docMk/>
            <pc:sldMk cId="1335717625" sldId="260"/>
            <ac:cxnSpMk id="190" creationId="{FCE46823-465A-F3C2-CDF0-A24FA616373D}"/>
          </ac:cxnSpMkLst>
        </pc:cxnChg>
        <pc:cxnChg chg="del">
          <ac:chgData name="Ofir Ovadia" userId="6dc70a85eb67ae81" providerId="LiveId" clId="{FD2F5D12-ACBD-4765-8840-D274A9236CBA}" dt="2026-05-27T14:16:24.090" v="230" actId="478"/>
          <ac:cxnSpMkLst>
            <pc:docMk/>
            <pc:sldMk cId="1335717625" sldId="260"/>
            <ac:cxnSpMk id="194" creationId="{30B0B6A8-E283-FE5D-E781-258E76B1738D}"/>
          </ac:cxnSpMkLst>
        </pc:cxnChg>
        <pc:cxnChg chg="del">
          <ac:chgData name="Ofir Ovadia" userId="6dc70a85eb67ae81" providerId="LiveId" clId="{FD2F5D12-ACBD-4765-8840-D274A9236CBA}" dt="2026-05-27T14:16:27.037" v="232" actId="478"/>
          <ac:cxnSpMkLst>
            <pc:docMk/>
            <pc:sldMk cId="1335717625" sldId="260"/>
            <ac:cxnSpMk id="195" creationId="{3C089D2E-B19D-6880-4E24-D0AB79C026F4}"/>
          </ac:cxnSpMkLst>
        </pc:cxnChg>
        <pc:cxnChg chg="mod">
          <ac:chgData name="Ofir Ovadia" userId="6dc70a85eb67ae81" providerId="LiveId" clId="{FD2F5D12-ACBD-4765-8840-D274A9236CBA}" dt="2026-05-27T14:13:20.889" v="190" actId="14100"/>
          <ac:cxnSpMkLst>
            <pc:docMk/>
            <pc:sldMk cId="1335717625" sldId="260"/>
            <ac:cxnSpMk id="208" creationId="{8E0628AD-83C9-9BF9-3417-7F90AE5A12C9}"/>
          </ac:cxnSpMkLst>
        </pc:cxnChg>
        <pc:cxnChg chg="del mod">
          <ac:chgData name="Ofir Ovadia" userId="6dc70a85eb67ae81" providerId="LiveId" clId="{FD2F5D12-ACBD-4765-8840-D274A9236CBA}" dt="2026-05-27T14:16:14.283" v="228" actId="478"/>
          <ac:cxnSpMkLst>
            <pc:docMk/>
            <pc:sldMk cId="1335717625" sldId="260"/>
            <ac:cxnSpMk id="213" creationId="{9420F895-868C-B280-0153-B26B12CC2298}"/>
          </ac:cxnSpMkLst>
        </pc:cxnChg>
      </pc:sldChg>
      <pc:sldChg chg="addSp delSp modSp add mod">
        <pc:chgData name="Ofir Ovadia" userId="6dc70a85eb67ae81" providerId="LiveId" clId="{FD2F5D12-ACBD-4765-8840-D274A9236CBA}" dt="2026-05-27T14:43:03.619" v="435" actId="14100"/>
        <pc:sldMkLst>
          <pc:docMk/>
          <pc:sldMk cId="1609473212" sldId="261"/>
        </pc:sldMkLst>
        <pc:spChg chg="add mod">
          <ac:chgData name="Ofir Ovadia" userId="6dc70a85eb67ae81" providerId="LiveId" clId="{FD2F5D12-ACBD-4765-8840-D274A9236CBA}" dt="2026-05-27T14:40:33.728" v="426" actId="1076"/>
          <ac:spMkLst>
            <pc:docMk/>
            <pc:sldMk cId="1609473212" sldId="261"/>
            <ac:spMk id="45" creationId="{9E5E4E32-3EC5-3A2B-C6CD-CF7713ECF6E3}"/>
          </ac:spMkLst>
        </pc:spChg>
        <pc:spChg chg="mod">
          <ac:chgData name="Ofir Ovadia" userId="6dc70a85eb67ae81" providerId="LiveId" clId="{FD2F5D12-ACBD-4765-8840-D274A9236CBA}" dt="2026-05-27T14:30:25.943" v="309" actId="14100"/>
          <ac:spMkLst>
            <pc:docMk/>
            <pc:sldMk cId="1609473212" sldId="261"/>
            <ac:spMk id="151" creationId="{F67E706F-2A20-E629-B54A-40C617AD763A}"/>
          </ac:spMkLst>
        </pc:spChg>
        <pc:spChg chg="del">
          <ac:chgData name="Ofir Ovadia" userId="6dc70a85eb67ae81" providerId="LiveId" clId="{FD2F5D12-ACBD-4765-8840-D274A9236CBA}" dt="2026-05-27T14:34:40.567" v="381" actId="478"/>
          <ac:spMkLst>
            <pc:docMk/>
            <pc:sldMk cId="1609473212" sldId="261"/>
            <ac:spMk id="152" creationId="{8BBEB7BE-BF30-CAD5-9E34-A570FAB9CFAC}"/>
          </ac:spMkLst>
        </pc:spChg>
        <pc:spChg chg="del mod">
          <ac:chgData name="Ofir Ovadia" userId="6dc70a85eb67ae81" providerId="LiveId" clId="{FD2F5D12-ACBD-4765-8840-D274A9236CBA}" dt="2026-05-27T14:34:10.587" v="368" actId="478"/>
          <ac:spMkLst>
            <pc:docMk/>
            <pc:sldMk cId="1609473212" sldId="261"/>
            <ac:spMk id="153" creationId="{D095192A-95A7-25D0-346B-5A4F5BC8D64B}"/>
          </ac:spMkLst>
        </pc:spChg>
        <pc:spChg chg="mod">
          <ac:chgData name="Ofir Ovadia" userId="6dc70a85eb67ae81" providerId="LiveId" clId="{FD2F5D12-ACBD-4765-8840-D274A9236CBA}" dt="2026-05-27T14:34:49.377" v="385" actId="1076"/>
          <ac:spMkLst>
            <pc:docMk/>
            <pc:sldMk cId="1609473212" sldId="261"/>
            <ac:spMk id="157" creationId="{41939F50-2B88-9520-4B57-C9F3745B49C8}"/>
          </ac:spMkLst>
        </pc:spChg>
        <pc:spChg chg="del mod">
          <ac:chgData name="Ofir Ovadia" userId="6dc70a85eb67ae81" providerId="LiveId" clId="{FD2F5D12-ACBD-4765-8840-D274A9236CBA}" dt="2026-05-27T14:34:18.223" v="373" actId="478"/>
          <ac:spMkLst>
            <pc:docMk/>
            <pc:sldMk cId="1609473212" sldId="261"/>
            <ac:spMk id="158" creationId="{ACCCD488-1DE1-41D0-D237-F58EDB183CBC}"/>
          </ac:spMkLst>
        </pc:spChg>
        <pc:spChg chg="mod">
          <ac:chgData name="Ofir Ovadia" userId="6dc70a85eb67ae81" providerId="LiveId" clId="{FD2F5D12-ACBD-4765-8840-D274A9236CBA}" dt="2026-05-27T14:30:50.174" v="315" actId="14100"/>
          <ac:spMkLst>
            <pc:docMk/>
            <pc:sldMk cId="1609473212" sldId="261"/>
            <ac:spMk id="161" creationId="{12B80F8E-4DC9-BFB1-1813-14F67B7A0068}"/>
          </ac:spMkLst>
        </pc:spChg>
        <pc:spChg chg="del">
          <ac:chgData name="Ofir Ovadia" userId="6dc70a85eb67ae81" providerId="LiveId" clId="{FD2F5D12-ACBD-4765-8840-D274A9236CBA}" dt="2026-05-27T14:42:36.455" v="431" actId="478"/>
          <ac:spMkLst>
            <pc:docMk/>
            <pc:sldMk cId="1609473212" sldId="261"/>
            <ac:spMk id="162" creationId="{84A88CF3-5C8B-804F-2643-41215F41E00E}"/>
          </ac:spMkLst>
        </pc:spChg>
        <pc:spChg chg="mod">
          <ac:chgData name="Ofir Ovadia" userId="6dc70a85eb67ae81" providerId="LiveId" clId="{FD2F5D12-ACBD-4765-8840-D274A9236CBA}" dt="2026-05-27T14:43:01.637" v="434" actId="1076"/>
          <ac:spMkLst>
            <pc:docMk/>
            <pc:sldMk cId="1609473212" sldId="261"/>
            <ac:spMk id="163" creationId="{A9D47523-2139-0B7D-9F0C-8F5ACF58C021}"/>
          </ac:spMkLst>
        </pc:spChg>
        <pc:spChg chg="del mod">
          <ac:chgData name="Ofir Ovadia" userId="6dc70a85eb67ae81" providerId="LiveId" clId="{FD2F5D12-ACBD-4765-8840-D274A9236CBA}" dt="2026-05-27T14:34:24.319" v="375" actId="478"/>
          <ac:spMkLst>
            <pc:docMk/>
            <pc:sldMk cId="1609473212" sldId="261"/>
            <ac:spMk id="168" creationId="{EE4D859C-D4BC-84D9-8558-3EEB82924E37}"/>
          </ac:spMkLst>
        </pc:spChg>
        <pc:spChg chg="del">
          <ac:chgData name="Ofir Ovadia" userId="6dc70a85eb67ae81" providerId="LiveId" clId="{FD2F5D12-ACBD-4765-8840-D274A9236CBA}" dt="2026-05-27T14:33:32.028" v="354" actId="478"/>
          <ac:spMkLst>
            <pc:docMk/>
            <pc:sldMk cId="1609473212" sldId="261"/>
            <ac:spMk id="170" creationId="{BF544ED9-5025-92EE-AC3F-C60DBEDC96CE}"/>
          </ac:spMkLst>
        </pc:spChg>
        <pc:spChg chg="mod">
          <ac:chgData name="Ofir Ovadia" userId="6dc70a85eb67ae81" providerId="LiveId" clId="{FD2F5D12-ACBD-4765-8840-D274A9236CBA}" dt="2026-05-27T14:37:10.173" v="405" actId="1076"/>
          <ac:spMkLst>
            <pc:docMk/>
            <pc:sldMk cId="1609473212" sldId="261"/>
            <ac:spMk id="172" creationId="{38FDB816-5597-DBD0-7DB0-622582987B50}"/>
          </ac:spMkLst>
        </pc:spChg>
        <pc:spChg chg="mod">
          <ac:chgData name="Ofir Ovadia" userId="6dc70a85eb67ae81" providerId="LiveId" clId="{FD2F5D12-ACBD-4765-8840-D274A9236CBA}" dt="2026-05-27T14:37:19.212" v="408" actId="1076"/>
          <ac:spMkLst>
            <pc:docMk/>
            <pc:sldMk cId="1609473212" sldId="261"/>
            <ac:spMk id="173" creationId="{BE50C9FE-6C39-394D-39D5-6EC222A5CB20}"/>
          </ac:spMkLst>
        </pc:spChg>
        <pc:spChg chg="mod">
          <ac:chgData name="Ofir Ovadia" userId="6dc70a85eb67ae81" providerId="LiveId" clId="{FD2F5D12-ACBD-4765-8840-D274A9236CBA}" dt="2026-05-27T14:37:15.235" v="407" actId="1076"/>
          <ac:spMkLst>
            <pc:docMk/>
            <pc:sldMk cId="1609473212" sldId="261"/>
            <ac:spMk id="175" creationId="{51DD021D-E248-70D6-C3EF-FFCABEAEC702}"/>
          </ac:spMkLst>
        </pc:spChg>
        <pc:spChg chg="del">
          <ac:chgData name="Ofir Ovadia" userId="6dc70a85eb67ae81" providerId="LiveId" clId="{FD2F5D12-ACBD-4765-8840-D274A9236CBA}" dt="2026-05-27T14:34:31.295" v="379" actId="478"/>
          <ac:spMkLst>
            <pc:docMk/>
            <pc:sldMk cId="1609473212" sldId="261"/>
            <ac:spMk id="180" creationId="{B1FA57CB-F4A9-85B5-1BA6-998301459643}"/>
          </ac:spMkLst>
        </pc:spChg>
        <pc:spChg chg="mod">
          <ac:chgData name="Ofir Ovadia" userId="6dc70a85eb67ae81" providerId="LiveId" clId="{FD2F5D12-ACBD-4765-8840-D274A9236CBA}" dt="2026-05-27T14:38:03.945" v="416" actId="1076"/>
          <ac:spMkLst>
            <pc:docMk/>
            <pc:sldMk cId="1609473212" sldId="261"/>
            <ac:spMk id="181" creationId="{4324C25C-BF3F-E511-CD0B-26DD0803C15B}"/>
          </ac:spMkLst>
        </pc:spChg>
        <pc:spChg chg="del">
          <ac:chgData name="Ofir Ovadia" userId="6dc70a85eb67ae81" providerId="LiveId" clId="{FD2F5D12-ACBD-4765-8840-D274A9236CBA}" dt="2026-05-27T14:37:07.336" v="404" actId="478"/>
          <ac:spMkLst>
            <pc:docMk/>
            <pc:sldMk cId="1609473212" sldId="261"/>
            <ac:spMk id="183" creationId="{352F81D6-68E8-2848-C294-064F0C469506}"/>
          </ac:spMkLst>
        </pc:spChg>
        <pc:spChg chg="del">
          <ac:chgData name="Ofir Ovadia" userId="6dc70a85eb67ae81" providerId="LiveId" clId="{FD2F5D12-ACBD-4765-8840-D274A9236CBA}" dt="2026-05-27T14:33:33.618" v="355" actId="478"/>
          <ac:spMkLst>
            <pc:docMk/>
            <pc:sldMk cId="1609473212" sldId="261"/>
            <ac:spMk id="184" creationId="{087CED7F-341A-FE04-49D7-B16A52E761B5}"/>
          </ac:spMkLst>
        </pc:spChg>
        <pc:spChg chg="mod">
          <ac:chgData name="Ofir Ovadia" userId="6dc70a85eb67ae81" providerId="LiveId" clId="{FD2F5D12-ACBD-4765-8840-D274A9236CBA}" dt="2026-05-27T14:39:53.462" v="419" actId="1076"/>
          <ac:spMkLst>
            <pc:docMk/>
            <pc:sldMk cId="1609473212" sldId="261"/>
            <ac:spMk id="191" creationId="{910E1964-5261-7B18-4DC8-7AAF4E274951}"/>
          </ac:spMkLst>
        </pc:spChg>
        <pc:spChg chg="del">
          <ac:chgData name="Ofir Ovadia" userId="6dc70a85eb67ae81" providerId="LiveId" clId="{FD2F5D12-ACBD-4765-8840-D274A9236CBA}" dt="2026-05-27T14:34:46.632" v="384" actId="478"/>
          <ac:spMkLst>
            <pc:docMk/>
            <pc:sldMk cId="1609473212" sldId="261"/>
            <ac:spMk id="192" creationId="{8EEF325F-AF9E-D5D7-6085-BCD928243886}"/>
          </ac:spMkLst>
        </pc:spChg>
        <pc:spChg chg="del mod">
          <ac:chgData name="Ofir Ovadia" userId="6dc70a85eb67ae81" providerId="LiveId" clId="{FD2F5D12-ACBD-4765-8840-D274A9236CBA}" dt="2026-05-27T14:36:45.239" v="401" actId="478"/>
          <ac:spMkLst>
            <pc:docMk/>
            <pc:sldMk cId="1609473212" sldId="261"/>
            <ac:spMk id="193" creationId="{190E23BD-0CE7-142B-1478-81E02F4C0794}"/>
          </ac:spMkLst>
        </pc:spChg>
        <pc:spChg chg="del">
          <ac:chgData name="Ofir Ovadia" userId="6dc70a85eb67ae81" providerId="LiveId" clId="{FD2F5D12-ACBD-4765-8840-D274A9236CBA}" dt="2026-05-27T14:34:29.727" v="378" actId="478"/>
          <ac:spMkLst>
            <pc:docMk/>
            <pc:sldMk cId="1609473212" sldId="261"/>
            <ac:spMk id="197" creationId="{B1348928-D915-B338-DDD4-DCBE5BC59EEE}"/>
          </ac:spMkLst>
        </pc:spChg>
        <pc:spChg chg="del">
          <ac:chgData name="Ofir Ovadia" userId="6dc70a85eb67ae81" providerId="LiveId" clId="{FD2F5D12-ACBD-4765-8840-D274A9236CBA}" dt="2026-05-27T14:34:38.895" v="380" actId="478"/>
          <ac:spMkLst>
            <pc:docMk/>
            <pc:sldMk cId="1609473212" sldId="261"/>
            <ac:spMk id="198" creationId="{46C4BB86-38BF-D171-3C90-C060D37B763D}"/>
          </ac:spMkLst>
        </pc:spChg>
        <pc:spChg chg="mod">
          <ac:chgData name="Ofir Ovadia" userId="6dc70a85eb67ae81" providerId="LiveId" clId="{FD2F5D12-ACBD-4765-8840-D274A9236CBA}" dt="2026-05-27T14:42:56.836" v="432" actId="14100"/>
          <ac:spMkLst>
            <pc:docMk/>
            <pc:sldMk cId="1609473212" sldId="261"/>
            <ac:spMk id="199" creationId="{6BE3DEEC-F96D-0232-3855-2105C7104537}"/>
          </ac:spMkLst>
        </pc:spChg>
        <pc:spChg chg="mod">
          <ac:chgData name="Ofir Ovadia" userId="6dc70a85eb67ae81" providerId="LiveId" clId="{FD2F5D12-ACBD-4765-8840-D274A9236CBA}" dt="2026-05-27T14:39:50.103" v="418" actId="1076"/>
          <ac:spMkLst>
            <pc:docMk/>
            <pc:sldMk cId="1609473212" sldId="261"/>
            <ac:spMk id="207" creationId="{68262670-3288-46E8-5FB2-04E670588F6F}"/>
          </ac:spMkLst>
        </pc:spChg>
        <pc:spChg chg="del mod">
          <ac:chgData name="Ofir Ovadia" userId="6dc70a85eb67ae81" providerId="LiveId" clId="{FD2F5D12-ACBD-4765-8840-D274A9236CBA}" dt="2026-05-27T14:37:34.891" v="413" actId="478"/>
          <ac:spMkLst>
            <pc:docMk/>
            <pc:sldMk cId="1609473212" sldId="261"/>
            <ac:spMk id="222" creationId="{1E228E4A-ACAF-B26E-587F-52DB4B213094}"/>
          </ac:spMkLst>
        </pc:spChg>
        <pc:spChg chg="mod">
          <ac:chgData name="Ofir Ovadia" userId="6dc70a85eb67ae81" providerId="LiveId" clId="{FD2F5D12-ACBD-4765-8840-D274A9236CBA}" dt="2026-05-27T14:36:07.312" v="396" actId="1076"/>
          <ac:spMkLst>
            <pc:docMk/>
            <pc:sldMk cId="1609473212" sldId="261"/>
            <ac:spMk id="277" creationId="{ADC06748-67C2-CBEF-91D9-D1DC141DCDAB}"/>
          </ac:spMkLst>
        </pc:spChg>
        <pc:spChg chg="mod">
          <ac:chgData name="Ofir Ovadia" userId="6dc70a85eb67ae81" providerId="LiveId" clId="{FD2F5D12-ACBD-4765-8840-D274A9236CBA}" dt="2026-05-27T14:36:11.562" v="397" actId="1076"/>
          <ac:spMkLst>
            <pc:docMk/>
            <pc:sldMk cId="1609473212" sldId="261"/>
            <ac:spMk id="278" creationId="{B519B22D-2128-4BA8-46BD-06600F1B38C0}"/>
          </ac:spMkLst>
        </pc:spChg>
        <pc:grpChg chg="mod">
          <ac:chgData name="Ofir Ovadia" userId="6dc70a85eb67ae81" providerId="LiveId" clId="{FD2F5D12-ACBD-4765-8840-D274A9236CBA}" dt="2026-05-27T14:37:12.956" v="406" actId="1076"/>
          <ac:grpSpMkLst>
            <pc:docMk/>
            <pc:sldMk cId="1609473212" sldId="261"/>
            <ac:grpSpMk id="2" creationId="{8C31B7ED-0131-7F32-AE87-BA44D52C6F91}"/>
          </ac:grpSpMkLst>
        </pc:grpChg>
        <pc:cxnChg chg="add mod">
          <ac:chgData name="Ofir Ovadia" userId="6dc70a85eb67ae81" providerId="LiveId" clId="{FD2F5D12-ACBD-4765-8840-D274A9236CBA}" dt="2026-05-27T14:35:02.613" v="389" actId="1076"/>
          <ac:cxnSpMkLst>
            <pc:docMk/>
            <pc:sldMk cId="1609473212" sldId="261"/>
            <ac:cxnSpMk id="29" creationId="{B3A7E3DD-EB09-04B6-092D-EA0B735E80FC}"/>
          </ac:cxnSpMkLst>
        </pc:cxnChg>
        <pc:cxnChg chg="add mod">
          <ac:chgData name="Ofir Ovadia" userId="6dc70a85eb67ae81" providerId="LiveId" clId="{FD2F5D12-ACBD-4765-8840-D274A9236CBA}" dt="2026-05-27T14:40:25.427" v="424" actId="14100"/>
          <ac:cxnSpMkLst>
            <pc:docMk/>
            <pc:sldMk cId="1609473212" sldId="261"/>
            <ac:cxnSpMk id="41" creationId="{62BD1BA2-99FA-F39A-2F6E-7DBD0E0239F3}"/>
          </ac:cxnSpMkLst>
        </pc:cxnChg>
        <pc:cxnChg chg="del mod">
          <ac:chgData name="Ofir Ovadia" userId="6dc70a85eb67ae81" providerId="LiveId" clId="{FD2F5D12-ACBD-4765-8840-D274A9236CBA}" dt="2026-05-27T14:34:15.510" v="371" actId="478"/>
          <ac:cxnSpMkLst>
            <pc:docMk/>
            <pc:sldMk cId="1609473212" sldId="261"/>
            <ac:cxnSpMk id="159" creationId="{4C20B1AD-C8C8-E5EE-1197-9AF493C70037}"/>
          </ac:cxnSpMkLst>
        </pc:cxnChg>
        <pc:cxnChg chg="del mod">
          <ac:chgData name="Ofir Ovadia" userId="6dc70a85eb67ae81" providerId="LiveId" clId="{FD2F5D12-ACBD-4765-8840-D274A9236CBA}" dt="2026-05-27T14:34:41.971" v="382" actId="478"/>
          <ac:cxnSpMkLst>
            <pc:docMk/>
            <pc:sldMk cId="1609473212" sldId="261"/>
            <ac:cxnSpMk id="160" creationId="{54D5E757-83E8-0487-D689-0868BC0892BB}"/>
          </ac:cxnSpMkLst>
        </pc:cxnChg>
        <pc:cxnChg chg="mod">
          <ac:chgData name="Ofir Ovadia" userId="6dc70a85eb67ae81" providerId="LiveId" clId="{FD2F5D12-ACBD-4765-8840-D274A9236CBA}" dt="2026-05-27T14:43:03.619" v="435" actId="14100"/>
          <ac:cxnSpMkLst>
            <pc:docMk/>
            <pc:sldMk cId="1609473212" sldId="261"/>
            <ac:cxnSpMk id="164" creationId="{C14EA132-A184-316A-4C9B-2F1CB2333E5C}"/>
          </ac:cxnSpMkLst>
        </pc:cxnChg>
        <pc:cxnChg chg="del mod">
          <ac:chgData name="Ofir Ovadia" userId="6dc70a85eb67ae81" providerId="LiveId" clId="{FD2F5D12-ACBD-4765-8840-D274A9236CBA}" dt="2026-05-27T14:34:28.175" v="377" actId="478"/>
          <ac:cxnSpMkLst>
            <pc:docMk/>
            <pc:sldMk cId="1609473212" sldId="261"/>
            <ac:cxnSpMk id="169" creationId="{DB774962-0A3E-A003-2D1A-164350838208}"/>
          </ac:cxnSpMkLst>
        </pc:cxnChg>
        <pc:cxnChg chg="del">
          <ac:chgData name="Ofir Ovadia" userId="6dc70a85eb67ae81" providerId="LiveId" clId="{FD2F5D12-ACBD-4765-8840-D274A9236CBA}" dt="2026-05-27T14:33:35.171" v="356" actId="478"/>
          <ac:cxnSpMkLst>
            <pc:docMk/>
            <pc:sldMk cId="1609473212" sldId="261"/>
            <ac:cxnSpMk id="171" creationId="{52D26CF5-F421-52FB-6148-58925FA49495}"/>
          </ac:cxnSpMkLst>
        </pc:cxnChg>
        <pc:cxnChg chg="mod">
          <ac:chgData name="Ofir Ovadia" userId="6dc70a85eb67ae81" providerId="LiveId" clId="{FD2F5D12-ACBD-4765-8840-D274A9236CBA}" dt="2026-05-27T14:37:15.235" v="407" actId="1076"/>
          <ac:cxnSpMkLst>
            <pc:docMk/>
            <pc:sldMk cId="1609473212" sldId="261"/>
            <ac:cxnSpMk id="174" creationId="{C1456476-E4F3-8E4F-115F-02243D241A1F}"/>
          </ac:cxnSpMkLst>
        </pc:cxnChg>
        <pc:cxnChg chg="del mod">
          <ac:chgData name="Ofir Ovadia" userId="6dc70a85eb67ae81" providerId="LiveId" clId="{FD2F5D12-ACBD-4765-8840-D274A9236CBA}" dt="2026-05-27T14:33:48.634" v="361" actId="478"/>
          <ac:cxnSpMkLst>
            <pc:docMk/>
            <pc:sldMk cId="1609473212" sldId="261"/>
            <ac:cxnSpMk id="185" creationId="{09F545B1-CCA2-359A-DAE5-DD188C4FCE1A}"/>
          </ac:cxnSpMkLst>
        </pc:cxnChg>
        <pc:cxnChg chg="mod">
          <ac:chgData name="Ofir Ovadia" userId="6dc70a85eb67ae81" providerId="LiveId" clId="{FD2F5D12-ACBD-4765-8840-D274A9236CBA}" dt="2026-05-27T14:40:44.985" v="427" actId="14100"/>
          <ac:cxnSpMkLst>
            <pc:docMk/>
            <pc:sldMk cId="1609473212" sldId="261"/>
            <ac:cxnSpMk id="186" creationId="{5D1DB148-FE42-707A-1C21-9DB48B8BFB1E}"/>
          </ac:cxnSpMkLst>
        </pc:cxnChg>
        <pc:cxnChg chg="mod">
          <ac:chgData name="Ofir Ovadia" userId="6dc70a85eb67ae81" providerId="LiveId" clId="{FD2F5D12-ACBD-4765-8840-D274A9236CBA}" dt="2026-05-27T14:34:57.569" v="387" actId="14100"/>
          <ac:cxnSpMkLst>
            <pc:docMk/>
            <pc:sldMk cId="1609473212" sldId="261"/>
            <ac:cxnSpMk id="187" creationId="{CDB98D48-36C8-3489-DFF0-499612832412}"/>
          </ac:cxnSpMkLst>
        </pc:cxnChg>
        <pc:cxnChg chg="del mod">
          <ac:chgData name="Ofir Ovadia" userId="6dc70a85eb67ae81" providerId="LiveId" clId="{FD2F5D12-ACBD-4765-8840-D274A9236CBA}" dt="2026-05-27T14:34:13.402" v="370" actId="478"/>
          <ac:cxnSpMkLst>
            <pc:docMk/>
            <pc:sldMk cId="1609473212" sldId="261"/>
            <ac:cxnSpMk id="189" creationId="{E2B74BAC-CA7B-2EF5-4E56-A76912FE9CAE}"/>
          </ac:cxnSpMkLst>
        </pc:cxnChg>
        <pc:cxnChg chg="mod">
          <ac:chgData name="Ofir Ovadia" userId="6dc70a85eb67ae81" providerId="LiveId" clId="{FD2F5D12-ACBD-4765-8840-D274A9236CBA}" dt="2026-05-27T14:30:50.174" v="315" actId="14100"/>
          <ac:cxnSpMkLst>
            <pc:docMk/>
            <pc:sldMk cId="1609473212" sldId="261"/>
            <ac:cxnSpMk id="190" creationId="{F9857A15-D2FB-FBDC-EFF8-18818970AA63}"/>
          </ac:cxnSpMkLst>
        </pc:cxnChg>
        <pc:cxnChg chg="del">
          <ac:chgData name="Ofir Ovadia" userId="6dc70a85eb67ae81" providerId="LiveId" clId="{FD2F5D12-ACBD-4765-8840-D274A9236CBA}" dt="2026-05-27T14:37:05.170" v="403" actId="478"/>
          <ac:cxnSpMkLst>
            <pc:docMk/>
            <pc:sldMk cId="1609473212" sldId="261"/>
            <ac:cxnSpMk id="194" creationId="{A7A41D2A-9D69-6BC0-BB44-57BCF326383D}"/>
          </ac:cxnSpMkLst>
        </pc:cxnChg>
        <pc:cxnChg chg="del">
          <ac:chgData name="Ofir Ovadia" userId="6dc70a85eb67ae81" providerId="LiveId" clId="{FD2F5D12-ACBD-4765-8840-D274A9236CBA}" dt="2026-05-27T14:34:45.399" v="383" actId="478"/>
          <ac:cxnSpMkLst>
            <pc:docMk/>
            <pc:sldMk cId="1609473212" sldId="261"/>
            <ac:cxnSpMk id="195" creationId="{6AF76283-F7E3-1FCC-8370-9CC92E200C65}"/>
          </ac:cxnSpMkLst>
        </pc:cxnChg>
        <pc:cxnChg chg="mod">
          <ac:chgData name="Ofir Ovadia" userId="6dc70a85eb67ae81" providerId="LiveId" clId="{FD2F5D12-ACBD-4765-8840-D274A9236CBA}" dt="2026-05-27T14:42:56.836" v="432" actId="14100"/>
          <ac:cxnSpMkLst>
            <pc:docMk/>
            <pc:sldMk cId="1609473212" sldId="261"/>
            <ac:cxnSpMk id="208" creationId="{64D9041C-EA7A-F423-16E1-71E95F0D92F4}"/>
          </ac:cxnSpMkLst>
        </pc:cxnChg>
        <pc:cxnChg chg="del mod">
          <ac:chgData name="Ofir Ovadia" userId="6dc70a85eb67ae81" providerId="LiveId" clId="{FD2F5D12-ACBD-4765-8840-D274A9236CBA}" dt="2026-05-27T14:32:26.814" v="341" actId="478"/>
          <ac:cxnSpMkLst>
            <pc:docMk/>
            <pc:sldMk cId="1609473212" sldId="261"/>
            <ac:cxnSpMk id="213" creationId="{2F64382E-7A5C-2419-A09C-5C8ED59BC513}"/>
          </ac:cxnSpMkLst>
        </pc:cxnChg>
      </pc:sldChg>
      <pc:sldMasterChg chg="delSldLayout">
        <pc:chgData name="Ofir Ovadia" userId="6dc70a85eb67ae81" providerId="LiveId" clId="{FD2F5D12-ACBD-4765-8840-D274A9236CBA}" dt="2026-05-27T14:41:58.908" v="430" actId="2696"/>
        <pc:sldMasterMkLst>
          <pc:docMk/>
          <pc:sldMasterMk cId="0" sldId="2147483648"/>
        </pc:sldMasterMkLst>
        <pc:sldLayoutChg chg="del">
          <pc:chgData name="Ofir Ovadia" userId="6dc70a85eb67ae81" providerId="LiveId" clId="{FD2F5D12-ACBD-4765-8840-D274A9236CBA}" dt="2026-05-27T14:41:58.908" v="430" actId="2696"/>
          <pc:sldLayoutMkLst>
            <pc:docMk/>
            <pc:sldMasterMk cId="0" sldId="2147483648"/>
            <pc:sldLayoutMk cId="759684705" sldId="2147483660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080135" y="1677711"/>
            <a:ext cx="12241531" cy="1157645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2160271" y="3060383"/>
            <a:ext cx="10081260" cy="138017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184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369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553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738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923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10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292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47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137643" y="3470435"/>
            <a:ext cx="12241531" cy="1072634"/>
          </a:xfrm>
        </p:spPr>
        <p:txBody>
          <a:bodyPr anchor="t"/>
          <a:lstStyle>
            <a:lvl1pPr algn="r">
              <a:defRPr sz="45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137643" y="2289038"/>
            <a:ext cx="12241531" cy="1181397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1846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3693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553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7385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9232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107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292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477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720091" y="1260158"/>
            <a:ext cx="6360795" cy="3564196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7320915" y="1260158"/>
            <a:ext cx="6360795" cy="3564196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0091" y="1208903"/>
            <a:ext cx="6363296" cy="503813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8465" indent="0">
              <a:buNone/>
              <a:defRPr sz="2300" b="1"/>
            </a:lvl2pPr>
            <a:lvl3pPr marL="1036930" indent="0">
              <a:buNone/>
              <a:defRPr sz="2000" b="1"/>
            </a:lvl3pPr>
            <a:lvl4pPr marL="1555394" indent="0">
              <a:buNone/>
              <a:defRPr sz="1800" b="1"/>
            </a:lvl4pPr>
            <a:lvl5pPr marL="2073859" indent="0">
              <a:buNone/>
              <a:defRPr sz="1800" b="1"/>
            </a:lvl5pPr>
            <a:lvl6pPr marL="2592324" indent="0">
              <a:buNone/>
              <a:defRPr sz="1800" b="1"/>
            </a:lvl6pPr>
            <a:lvl7pPr marL="3110789" indent="0">
              <a:buNone/>
              <a:defRPr sz="1800" b="1"/>
            </a:lvl7pPr>
            <a:lvl8pPr marL="3629254" indent="0">
              <a:buNone/>
              <a:defRPr sz="1800" b="1"/>
            </a:lvl8pPr>
            <a:lvl9pPr marL="4147718" indent="0">
              <a:buNone/>
              <a:defRPr sz="18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720091" y="1712714"/>
            <a:ext cx="6363296" cy="3111639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7315917" y="1208903"/>
            <a:ext cx="6365796" cy="503813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8465" indent="0">
              <a:buNone/>
              <a:defRPr sz="2300" b="1"/>
            </a:lvl2pPr>
            <a:lvl3pPr marL="1036930" indent="0">
              <a:buNone/>
              <a:defRPr sz="2000" b="1"/>
            </a:lvl3pPr>
            <a:lvl4pPr marL="1555394" indent="0">
              <a:buNone/>
              <a:defRPr sz="1800" b="1"/>
            </a:lvl4pPr>
            <a:lvl5pPr marL="2073859" indent="0">
              <a:buNone/>
              <a:defRPr sz="1800" b="1"/>
            </a:lvl5pPr>
            <a:lvl6pPr marL="2592324" indent="0">
              <a:buNone/>
              <a:defRPr sz="1800" b="1"/>
            </a:lvl6pPr>
            <a:lvl7pPr marL="3110789" indent="0">
              <a:buNone/>
              <a:defRPr sz="1800" b="1"/>
            </a:lvl7pPr>
            <a:lvl8pPr marL="3629254" indent="0">
              <a:buNone/>
              <a:defRPr sz="1800" b="1"/>
            </a:lvl8pPr>
            <a:lvl9pPr marL="4147718" indent="0">
              <a:buNone/>
              <a:defRPr sz="18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7315917" y="1712714"/>
            <a:ext cx="6365796" cy="3111639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0092" y="215027"/>
            <a:ext cx="4738093" cy="915115"/>
          </a:xfrm>
        </p:spPr>
        <p:txBody>
          <a:bodyPr anchor="b"/>
          <a:lstStyle>
            <a:lvl1pPr algn="r">
              <a:defRPr sz="23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630705" y="215029"/>
            <a:ext cx="8051007" cy="4609327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720092" y="1130143"/>
            <a:ext cx="4738093" cy="3694212"/>
          </a:xfrm>
        </p:spPr>
        <p:txBody>
          <a:bodyPr/>
          <a:lstStyle>
            <a:lvl1pPr marL="0" indent="0">
              <a:buNone/>
              <a:defRPr sz="1600"/>
            </a:lvl1pPr>
            <a:lvl2pPr marL="518465" indent="0">
              <a:buNone/>
              <a:defRPr sz="1400"/>
            </a:lvl2pPr>
            <a:lvl3pPr marL="1036930" indent="0">
              <a:buNone/>
              <a:defRPr sz="1100"/>
            </a:lvl3pPr>
            <a:lvl4pPr marL="1555394" indent="0">
              <a:buNone/>
              <a:defRPr sz="1000"/>
            </a:lvl4pPr>
            <a:lvl5pPr marL="2073859" indent="0">
              <a:buNone/>
              <a:defRPr sz="1000"/>
            </a:lvl5pPr>
            <a:lvl6pPr marL="2592324" indent="0">
              <a:buNone/>
              <a:defRPr sz="1000"/>
            </a:lvl6pPr>
            <a:lvl7pPr marL="3110789" indent="0">
              <a:buNone/>
              <a:defRPr sz="1000"/>
            </a:lvl7pPr>
            <a:lvl8pPr marL="3629254" indent="0">
              <a:buNone/>
              <a:defRPr sz="1000"/>
            </a:lvl8pPr>
            <a:lvl9pPr marL="4147718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822853" y="3780473"/>
            <a:ext cx="8641080" cy="446307"/>
          </a:xfrm>
        </p:spPr>
        <p:txBody>
          <a:bodyPr anchor="b"/>
          <a:lstStyle>
            <a:lvl1pPr algn="r">
              <a:defRPr sz="23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ציור 2"/>
          <p:cNvSpPr>
            <a:spLocks noGrp="1"/>
          </p:cNvSpPr>
          <p:nvPr>
            <p:ph type="pic" idx="1"/>
          </p:nvPr>
        </p:nvSpPr>
        <p:spPr>
          <a:xfrm>
            <a:off x="2822853" y="482561"/>
            <a:ext cx="8641080" cy="3240405"/>
          </a:xfrm>
        </p:spPr>
        <p:txBody>
          <a:bodyPr/>
          <a:lstStyle>
            <a:lvl1pPr marL="0" indent="0">
              <a:buNone/>
              <a:defRPr sz="3600"/>
            </a:lvl1pPr>
            <a:lvl2pPr marL="518465" indent="0">
              <a:buNone/>
              <a:defRPr sz="3200"/>
            </a:lvl2pPr>
            <a:lvl3pPr marL="1036930" indent="0">
              <a:buNone/>
              <a:defRPr sz="2700"/>
            </a:lvl3pPr>
            <a:lvl4pPr marL="1555394" indent="0">
              <a:buNone/>
              <a:defRPr sz="2300"/>
            </a:lvl4pPr>
            <a:lvl5pPr marL="2073859" indent="0">
              <a:buNone/>
              <a:defRPr sz="2300"/>
            </a:lvl5pPr>
            <a:lvl6pPr marL="2592324" indent="0">
              <a:buNone/>
              <a:defRPr sz="2300"/>
            </a:lvl6pPr>
            <a:lvl7pPr marL="3110789" indent="0">
              <a:buNone/>
              <a:defRPr sz="2300"/>
            </a:lvl7pPr>
            <a:lvl8pPr marL="3629254" indent="0">
              <a:buNone/>
              <a:defRPr sz="2300"/>
            </a:lvl8pPr>
            <a:lvl9pPr marL="4147718" indent="0">
              <a:buNone/>
              <a:defRPr sz="23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2822853" y="4226780"/>
            <a:ext cx="8641080" cy="633829"/>
          </a:xfrm>
        </p:spPr>
        <p:txBody>
          <a:bodyPr/>
          <a:lstStyle>
            <a:lvl1pPr marL="0" indent="0">
              <a:buNone/>
              <a:defRPr sz="1600"/>
            </a:lvl1pPr>
            <a:lvl2pPr marL="518465" indent="0">
              <a:buNone/>
              <a:defRPr sz="1400"/>
            </a:lvl2pPr>
            <a:lvl3pPr marL="1036930" indent="0">
              <a:buNone/>
              <a:defRPr sz="1100"/>
            </a:lvl3pPr>
            <a:lvl4pPr marL="1555394" indent="0">
              <a:buNone/>
              <a:defRPr sz="1000"/>
            </a:lvl4pPr>
            <a:lvl5pPr marL="2073859" indent="0">
              <a:buNone/>
              <a:defRPr sz="1000"/>
            </a:lvl5pPr>
            <a:lvl6pPr marL="2592324" indent="0">
              <a:buNone/>
              <a:defRPr sz="1000"/>
            </a:lvl6pPr>
            <a:lvl7pPr marL="3110789" indent="0">
              <a:buNone/>
              <a:defRPr sz="1000"/>
            </a:lvl7pPr>
            <a:lvl8pPr marL="3629254" indent="0">
              <a:buNone/>
              <a:defRPr sz="1000"/>
            </a:lvl8pPr>
            <a:lvl9pPr marL="4147718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10441306" y="216278"/>
            <a:ext cx="3240405" cy="4608076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720090" y="216278"/>
            <a:ext cx="9481185" cy="4608076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720091" y="216279"/>
            <a:ext cx="12961620" cy="900113"/>
          </a:xfrm>
          <a:prstGeom prst="rect">
            <a:avLst/>
          </a:prstGeom>
        </p:spPr>
        <p:txBody>
          <a:bodyPr vert="horz" lIns="103693" tIns="51846" rIns="103693" bIns="51846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0091" y="1260158"/>
            <a:ext cx="12961620" cy="3564196"/>
          </a:xfrm>
          <a:prstGeom prst="rect">
            <a:avLst/>
          </a:prstGeom>
        </p:spPr>
        <p:txBody>
          <a:bodyPr vert="horz" lIns="103693" tIns="51846" rIns="103693" bIns="51846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10321291" y="5005626"/>
            <a:ext cx="3360420" cy="287536"/>
          </a:xfrm>
          <a:prstGeom prst="rect">
            <a:avLst/>
          </a:prstGeom>
        </p:spPr>
        <p:txBody>
          <a:bodyPr vert="horz" lIns="103693" tIns="51846" rIns="103693" bIns="51846" rtlCol="1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438E1-117D-44FB-AC24-B79D899BA877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920615" y="5005626"/>
            <a:ext cx="4560571" cy="287536"/>
          </a:xfrm>
          <a:prstGeom prst="rect">
            <a:avLst/>
          </a:prstGeom>
        </p:spPr>
        <p:txBody>
          <a:bodyPr vert="horz" lIns="103693" tIns="51846" rIns="103693" bIns="51846" rtlCol="1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720091" y="5005626"/>
            <a:ext cx="3360420" cy="287536"/>
          </a:xfrm>
          <a:prstGeom prst="rect">
            <a:avLst/>
          </a:prstGeom>
        </p:spPr>
        <p:txBody>
          <a:bodyPr vert="horz" lIns="103693" tIns="51846" rIns="103693" bIns="51846" rtlCol="1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36930" rtl="1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8849" indent="-388849" algn="r" defTabSz="1036930" rtl="1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42505" indent="-324041" algn="r" defTabSz="1036930" rtl="1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96162" indent="-259232" algn="r" defTabSz="1036930" rtl="1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14627" indent="-259232" algn="r" defTabSz="1036930" rtl="1" eaLnBrk="1" latinLnBrk="0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33092" indent="-259232" algn="r" defTabSz="1036930" rtl="1" eaLnBrk="1" latinLnBrk="0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51556" indent="-259232" algn="r" defTabSz="1036930" rtl="1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70021" indent="-259232" algn="r" defTabSz="1036930" rtl="1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88486" indent="-259232" algn="r" defTabSz="1036930" rtl="1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06951" indent="-259232" algn="r" defTabSz="1036930" rtl="1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8465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36930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55394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73859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92324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789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29254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47718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32148" y="226681"/>
            <a:ext cx="13701449" cy="4345864"/>
            <a:chOff x="505169" y="163642"/>
            <a:chExt cx="10900599" cy="2810350"/>
          </a:xfrm>
        </p:grpSpPr>
        <p:grpSp>
          <p:nvGrpSpPr>
            <p:cNvPr id="229" name="Group 228"/>
            <p:cNvGrpSpPr/>
            <p:nvPr/>
          </p:nvGrpSpPr>
          <p:grpSpPr>
            <a:xfrm>
              <a:off x="505169" y="163642"/>
              <a:ext cx="10900599" cy="2810350"/>
              <a:chOff x="1009225" y="78186"/>
              <a:chExt cx="10900599" cy="2810350"/>
            </a:xfrm>
          </p:grpSpPr>
          <p:sp>
            <p:nvSpPr>
              <p:cNvPr id="191" name="Rectangle 190"/>
              <p:cNvSpPr/>
              <p:nvPr/>
            </p:nvSpPr>
            <p:spPr>
              <a:xfrm>
                <a:off x="5736198" y="2052265"/>
                <a:ext cx="38458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207" name="Rectangle 206"/>
              <p:cNvSpPr/>
              <p:nvPr/>
            </p:nvSpPr>
            <p:spPr>
              <a:xfrm>
                <a:off x="1499845" y="2052265"/>
                <a:ext cx="444471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Yes</a:t>
                </a:r>
              </a:p>
            </p:txBody>
          </p:sp>
          <p:sp>
            <p:nvSpPr>
              <p:cNvPr id="151" name="Snip Single Corner Rectangle 150"/>
              <p:cNvSpPr/>
              <p:nvPr/>
            </p:nvSpPr>
            <p:spPr bwMode="auto">
              <a:xfrm>
                <a:off x="3453071" y="78186"/>
                <a:ext cx="7059948" cy="371458"/>
              </a:xfrm>
              <a:prstGeom prst="snip1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Does the profile clearly indicate a connection to Israel or Israeli identity?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2" name="Rounded Rectangle 151"/>
              <p:cNvSpPr/>
              <p:nvPr/>
            </p:nvSpPr>
            <p:spPr bwMode="auto">
              <a:xfrm>
                <a:off x="6983045" y="1064393"/>
                <a:ext cx="4926779" cy="402677"/>
              </a:xfrm>
              <a:prstGeom prst="round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Clear Israeli indicators found: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bio, location, username, Hebrew, Israeli cities, IDF, Israeli politics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0" name="Straight Arrow Connector 159"/>
              <p:cNvCxnSpPr>
                <a:cxnSpLocks/>
              </p:cNvCxnSpPr>
              <p:nvPr/>
            </p:nvCxnSpPr>
            <p:spPr>
              <a:xfrm>
                <a:off x="9661781" y="1467070"/>
                <a:ext cx="0" cy="4499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61" name="Snip Single Corner Rectangle 160"/>
              <p:cNvSpPr/>
              <p:nvPr/>
            </p:nvSpPr>
            <p:spPr bwMode="auto">
              <a:xfrm>
                <a:off x="1943068" y="875183"/>
                <a:ext cx="3672154" cy="894738"/>
              </a:xfrm>
              <a:prstGeom prst="snip1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Does the profile clearly indicate</a:t>
                </a:r>
              </a:p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another population with no Israeli</a:t>
                </a:r>
              </a:p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connection?</a:t>
                </a:r>
              </a:p>
            </p:txBody>
          </p:sp>
          <p:sp>
            <p:nvSpPr>
              <p:cNvPr id="163" name="Rounded Rectangle 162"/>
              <p:cNvSpPr/>
              <p:nvPr/>
            </p:nvSpPr>
            <p:spPr bwMode="auto">
              <a:xfrm>
                <a:off x="1009225" y="2380898"/>
                <a:ext cx="2094656" cy="507638"/>
              </a:xfrm>
              <a:prstGeom prst="round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 err="1">
                    <a:solidFill>
                      <a:schemeClr val="tx1"/>
                    </a:solidFill>
                  </a:rPr>
                  <a:t>target_population</a:t>
                </a:r>
                <a:r>
                  <a:rPr lang="en-US" sz="1800" kern="600" dirty="0">
                    <a:solidFill>
                      <a:schemeClr val="tx1"/>
                    </a:solidFill>
                  </a:rPr>
                  <a:t> = 0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Non-target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1" name="Rounded Rectangle 180"/>
              <p:cNvSpPr/>
              <p:nvPr/>
            </p:nvSpPr>
            <p:spPr bwMode="auto">
              <a:xfrm>
                <a:off x="4554089" y="2380117"/>
                <a:ext cx="2114914" cy="399448"/>
              </a:xfrm>
              <a:prstGeom prst="round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 err="1">
                    <a:solidFill>
                      <a:schemeClr val="tx1"/>
                    </a:solidFill>
                  </a:rPr>
                  <a:t>target_population</a:t>
                </a:r>
                <a:r>
                  <a:rPr lang="en-US" sz="1800" kern="600" dirty="0">
                    <a:solidFill>
                      <a:schemeClr val="tx1"/>
                    </a:solidFill>
                  </a:rPr>
                  <a:t> = 2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Unknown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6" name="Straight Arrow Connector 185"/>
              <p:cNvCxnSpPr>
                <a:cxnSpLocks/>
                <a:stCxn id="161" idx="1"/>
              </p:cNvCxnSpPr>
              <p:nvPr/>
            </p:nvCxnSpPr>
            <p:spPr>
              <a:xfrm rot="16200000" flipH="1">
                <a:off x="4438690" y="1110375"/>
                <a:ext cx="601018" cy="1920109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87" name="Straight Arrow Connector 60"/>
              <p:cNvCxnSpPr>
                <a:cxnSpLocks/>
              </p:cNvCxnSpPr>
              <p:nvPr/>
            </p:nvCxnSpPr>
            <p:spPr>
              <a:xfrm>
                <a:off x="6983044" y="659006"/>
                <a:ext cx="3035421" cy="408098"/>
              </a:xfrm>
              <a:prstGeom prst="bentConnector3">
                <a:avLst>
                  <a:gd name="adj1" fmla="val 100275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0" name="Straight Arrow Connector 60"/>
              <p:cNvCxnSpPr>
                <a:cxnSpLocks/>
                <a:stCxn id="151" idx="1"/>
                <a:endCxn id="161" idx="3"/>
              </p:cNvCxnSpPr>
              <p:nvPr/>
            </p:nvCxnSpPr>
            <p:spPr>
              <a:xfrm rot="5400000">
                <a:off x="5168326" y="-939536"/>
                <a:ext cx="425539" cy="3203900"/>
              </a:xfrm>
              <a:prstGeom prst="bentConnector3">
                <a:avLst>
                  <a:gd name="adj1" fmla="val 50000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98" name="Rounded Rectangle 197"/>
              <p:cNvSpPr/>
              <p:nvPr/>
            </p:nvSpPr>
            <p:spPr bwMode="auto">
              <a:xfrm>
                <a:off x="8438322" y="1917017"/>
                <a:ext cx="2016224" cy="660850"/>
              </a:xfrm>
              <a:prstGeom prst="round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 err="1">
                    <a:solidFill>
                      <a:schemeClr val="tx1"/>
                    </a:solidFill>
                  </a:rPr>
                  <a:t>target_population</a:t>
                </a:r>
                <a:r>
                  <a:rPr lang="en-US" sz="1800" kern="600" dirty="0">
                    <a:solidFill>
                      <a:schemeClr val="tx1"/>
                    </a:solidFill>
                  </a:rPr>
                  <a:t> = 1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Target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8" name="Straight Arrow Connector 207"/>
              <p:cNvCxnSpPr>
                <a:cxnSpLocks/>
                <a:stCxn id="161" idx="1"/>
              </p:cNvCxnSpPr>
              <p:nvPr/>
            </p:nvCxnSpPr>
            <p:spPr>
              <a:xfrm rot="5400000">
                <a:off x="2613387" y="1213087"/>
                <a:ext cx="608925" cy="1722593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sp>
          <p:nvSpPr>
            <p:cNvPr id="277" name="Rectangle 276"/>
            <p:cNvSpPr/>
            <p:nvPr/>
          </p:nvSpPr>
          <p:spPr>
            <a:xfrm>
              <a:off x="7731595" y="789714"/>
              <a:ext cx="444471" cy="300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68607" tIns="34303" rIns="68607" bIns="34303">
              <a:spAutoFit/>
            </a:bodyPr>
            <a:lstStyle/>
            <a:p>
              <a:pPr algn="ctr" defTabSz="457200">
                <a:lnSpc>
                  <a:spcPts val="18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</a:pPr>
              <a:r>
                <a: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rPr>
                <a:t>Yes</a:t>
              </a:r>
            </a:p>
          </p:txBody>
        </p:sp>
        <p:sp>
          <p:nvSpPr>
            <p:cNvPr id="278" name="Rectangle 277"/>
            <p:cNvSpPr/>
            <p:nvPr/>
          </p:nvSpPr>
          <p:spPr>
            <a:xfrm>
              <a:off x="5218542" y="799281"/>
              <a:ext cx="384582" cy="300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68607" tIns="34303" rIns="68607" bIns="34303">
              <a:spAutoFit/>
            </a:bodyPr>
            <a:lstStyle/>
            <a:p>
              <a:pPr algn="ctr" defTabSz="457200">
                <a:lnSpc>
                  <a:spcPts val="18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</a:pPr>
              <a:r>
                <a: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rPr>
                <a:t>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3261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3934-A774-F43A-8799-DC4DA8BF4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78695EE-8862-9F41-DCCD-610D07924976}"/>
              </a:ext>
            </a:extLst>
          </p:cNvPr>
          <p:cNvGrpSpPr/>
          <p:nvPr/>
        </p:nvGrpSpPr>
        <p:grpSpPr>
          <a:xfrm>
            <a:off x="288132" y="180310"/>
            <a:ext cx="11084032" cy="4821816"/>
            <a:chOff x="288133" y="108302"/>
            <a:chExt cx="11084032" cy="4821816"/>
          </a:xfrm>
        </p:grpSpPr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718FF576-474F-18DB-BCB8-FE33BD02B9F8}"/>
                </a:ext>
              </a:extLst>
            </p:cNvPr>
            <p:cNvGrpSpPr/>
            <p:nvPr/>
          </p:nvGrpSpPr>
          <p:grpSpPr>
            <a:xfrm>
              <a:off x="288133" y="108302"/>
              <a:ext cx="11084032" cy="4821816"/>
              <a:chOff x="792189" y="22846"/>
              <a:chExt cx="11084032" cy="4821816"/>
            </a:xfrm>
          </p:grpSpPr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CE9150DC-9D07-EBDA-CE9A-AEBA6E6D5EC6}"/>
                  </a:ext>
                </a:extLst>
              </p:cNvPr>
              <p:cNvSpPr/>
              <p:nvPr/>
            </p:nvSpPr>
            <p:spPr>
              <a:xfrm>
                <a:off x="5178772" y="3905119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8D09A3BA-0E9A-499C-33C2-D861B7B45919}"/>
                  </a:ext>
                </a:extLst>
              </p:cNvPr>
              <p:cNvSpPr/>
              <p:nvPr/>
            </p:nvSpPr>
            <p:spPr>
              <a:xfrm>
                <a:off x="5736198" y="2052265"/>
                <a:ext cx="38458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30981323-1F24-B9A7-899F-8B852A938F3B}"/>
                  </a:ext>
                </a:extLst>
              </p:cNvPr>
              <p:cNvSpPr/>
              <p:nvPr/>
            </p:nvSpPr>
            <p:spPr>
              <a:xfrm>
                <a:off x="1499845" y="2052265"/>
                <a:ext cx="444471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Yes</a:t>
                </a:r>
              </a:p>
            </p:txBody>
          </p:sp>
          <p:sp>
            <p:nvSpPr>
              <p:cNvPr id="151" name="Snip Single Corner Rectangle 150">
                <a:extLst>
                  <a:ext uri="{FF2B5EF4-FFF2-40B4-BE49-F238E27FC236}">
                    <a16:creationId xmlns:a16="http://schemas.microsoft.com/office/drawing/2014/main" id="{AB41AB8C-AB32-F50E-0EDE-9283BE617409}"/>
                  </a:ext>
                </a:extLst>
              </p:cNvPr>
              <p:cNvSpPr/>
              <p:nvPr/>
            </p:nvSpPr>
            <p:spPr bwMode="auto">
              <a:xfrm>
                <a:off x="4240778" y="22846"/>
                <a:ext cx="7059948" cy="371458"/>
              </a:xfrm>
              <a:prstGeom prst="snip1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Does the profile/location indicate where the Israeli target user is based?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7" name="Snip Single Corner Rectangle 156">
                <a:extLst>
                  <a:ext uri="{FF2B5EF4-FFF2-40B4-BE49-F238E27FC236}">
                    <a16:creationId xmlns:a16="http://schemas.microsoft.com/office/drawing/2014/main" id="{69395BEA-772C-0246-061B-4261CCEF8197}"/>
                  </a:ext>
                </a:extLst>
              </p:cNvPr>
              <p:cNvSpPr/>
              <p:nvPr/>
            </p:nvSpPr>
            <p:spPr bwMode="auto">
              <a:xfrm>
                <a:off x="9088511" y="1224856"/>
                <a:ext cx="2787710" cy="1133227"/>
              </a:xfrm>
              <a:prstGeom prst="snip1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Israeli-related user,</a:t>
                </a:r>
              </a:p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but location is missing or</a:t>
                </a:r>
              </a:p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unclear</a:t>
                </a:r>
              </a:p>
            </p:txBody>
          </p:sp>
          <p:sp>
            <p:nvSpPr>
              <p:cNvPr id="161" name="Snip Single Corner Rectangle 160">
                <a:extLst>
                  <a:ext uri="{FF2B5EF4-FFF2-40B4-BE49-F238E27FC236}">
                    <a16:creationId xmlns:a16="http://schemas.microsoft.com/office/drawing/2014/main" id="{19AE4735-BDED-E63F-FC66-661A8B1069E0}"/>
                  </a:ext>
                </a:extLst>
              </p:cNvPr>
              <p:cNvSpPr/>
              <p:nvPr/>
            </p:nvSpPr>
            <p:spPr bwMode="auto">
              <a:xfrm>
                <a:off x="1943068" y="875183"/>
                <a:ext cx="3672154" cy="894738"/>
              </a:xfrm>
              <a:prstGeom prst="snip1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Does the profile indicate the user is</a:t>
                </a:r>
              </a:p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based in Israel?</a:t>
                </a:r>
              </a:p>
            </p:txBody>
          </p:sp>
          <p:sp>
            <p:nvSpPr>
              <p:cNvPr id="163" name="Rounded Rectangle 162">
                <a:extLst>
                  <a:ext uri="{FF2B5EF4-FFF2-40B4-BE49-F238E27FC236}">
                    <a16:creationId xmlns:a16="http://schemas.microsoft.com/office/drawing/2014/main" id="{FBA58E2D-EF7C-3F0F-744F-7D5A6D7B8480}"/>
                  </a:ext>
                </a:extLst>
              </p:cNvPr>
              <p:cNvSpPr/>
              <p:nvPr/>
            </p:nvSpPr>
            <p:spPr bwMode="auto">
              <a:xfrm>
                <a:off x="1003195" y="4337024"/>
                <a:ext cx="2094656" cy="507638"/>
              </a:xfrm>
              <a:prstGeom prst="round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pt-BR" sz="1800" kern="600" dirty="0">
                    <a:solidFill>
                      <a:schemeClr val="tx1"/>
                    </a:solidFill>
                  </a:rPr>
                  <a:t>locals_vs_diaspora = 1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pt-BR" sz="1800" kern="600" dirty="0">
                    <a:solidFill>
                      <a:schemeClr val="tx1"/>
                    </a:solidFill>
                  </a:rPr>
                  <a:t>Local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17F1118F-C3FF-3BD1-2356-15352E28619F}"/>
                  </a:ext>
                </a:extLst>
              </p:cNvPr>
              <p:cNvCxnSpPr>
                <a:cxnSpLocks/>
                <a:stCxn id="199" idx="1"/>
                <a:endCxn id="163" idx="0"/>
              </p:cNvCxnSpPr>
              <p:nvPr/>
            </p:nvCxnSpPr>
            <p:spPr>
              <a:xfrm flipH="1">
                <a:off x="2050523" y="3490935"/>
                <a:ext cx="6029" cy="84608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331FA0BE-37E1-58D5-6601-CBC2D025081D}"/>
                  </a:ext>
                </a:extLst>
              </p:cNvPr>
              <p:cNvCxnSpPr>
                <a:cxnSpLocks/>
                <a:stCxn id="172" idx="0"/>
                <a:endCxn id="181" idx="1"/>
              </p:cNvCxnSpPr>
              <p:nvPr/>
            </p:nvCxnSpPr>
            <p:spPr>
              <a:xfrm flipV="1">
                <a:off x="7447401" y="2927388"/>
                <a:ext cx="1694209" cy="45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2" name="Snip Single Corner Rectangle 171">
                <a:extLst>
                  <a:ext uri="{FF2B5EF4-FFF2-40B4-BE49-F238E27FC236}">
                    <a16:creationId xmlns:a16="http://schemas.microsoft.com/office/drawing/2014/main" id="{F91A2E1A-9A38-0C46-9994-B29680FE5762}"/>
                  </a:ext>
                </a:extLst>
              </p:cNvPr>
              <p:cNvSpPr/>
              <p:nvPr/>
            </p:nvSpPr>
            <p:spPr bwMode="auto">
              <a:xfrm>
                <a:off x="3951106" y="2370939"/>
                <a:ext cx="3496295" cy="1122096"/>
              </a:xfrm>
              <a:prstGeom prst="snip1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Does the profile indicate an</a:t>
                </a: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Israeli-related user based outside</a:t>
                </a: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Israel?</a:t>
                </a:r>
              </a:p>
            </p:txBody>
          </p: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AD3841FE-B25D-1287-DBB8-60BC84D61B89}"/>
                  </a:ext>
                </a:extLst>
              </p:cNvPr>
              <p:cNvCxnSpPr>
                <a:cxnSpLocks/>
                <a:stCxn id="172" idx="1"/>
                <a:endCxn id="175" idx="0"/>
              </p:cNvCxnSpPr>
              <p:nvPr/>
            </p:nvCxnSpPr>
            <p:spPr>
              <a:xfrm flipH="1">
                <a:off x="5687816" y="3493035"/>
                <a:ext cx="11438" cy="7175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C0483E85-89B4-AA43-347C-CB0C8A8056DA}"/>
                  </a:ext>
                </a:extLst>
              </p:cNvPr>
              <p:cNvSpPr/>
              <p:nvPr/>
            </p:nvSpPr>
            <p:spPr bwMode="auto">
              <a:xfrm>
                <a:off x="9141610" y="2727664"/>
                <a:ext cx="2114914" cy="399448"/>
              </a:xfrm>
              <a:prstGeom prst="round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 err="1">
                    <a:solidFill>
                      <a:schemeClr val="tx1"/>
                    </a:solidFill>
                  </a:rPr>
                  <a:t>locals_vs_diaspora</a:t>
                </a:r>
                <a:r>
                  <a:rPr lang="en-US" sz="1800" kern="600" dirty="0">
                    <a:solidFill>
                      <a:schemeClr val="tx1"/>
                    </a:solidFill>
                  </a:rPr>
                  <a:t> = 2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Unknown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6" name="Straight Arrow Connector 185">
                <a:extLst>
                  <a:ext uri="{FF2B5EF4-FFF2-40B4-BE49-F238E27FC236}">
                    <a16:creationId xmlns:a16="http://schemas.microsoft.com/office/drawing/2014/main" id="{C5C19EA4-9D9B-687F-E2A7-7C0A5EE3CDA5}"/>
                  </a:ext>
                </a:extLst>
              </p:cNvPr>
              <p:cNvCxnSpPr>
                <a:cxnSpLocks/>
                <a:stCxn id="161" idx="1"/>
                <a:endCxn id="172" idx="3"/>
              </p:cNvCxnSpPr>
              <p:nvPr/>
            </p:nvCxnSpPr>
            <p:spPr>
              <a:xfrm rot="16200000" flipH="1">
                <a:off x="4438690" y="1110375"/>
                <a:ext cx="601018" cy="1920109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87" name="Straight Arrow Connector 60">
                <a:extLst>
                  <a:ext uri="{FF2B5EF4-FFF2-40B4-BE49-F238E27FC236}">
                    <a16:creationId xmlns:a16="http://schemas.microsoft.com/office/drawing/2014/main" id="{77DC61EC-B93B-F133-FA38-093EB7703990}"/>
                  </a:ext>
                </a:extLst>
              </p:cNvPr>
              <p:cNvCxnSpPr>
                <a:cxnSpLocks/>
                <a:endCxn id="157" idx="3"/>
              </p:cNvCxnSpPr>
              <p:nvPr/>
            </p:nvCxnSpPr>
            <p:spPr>
              <a:xfrm>
                <a:off x="7748703" y="627343"/>
                <a:ext cx="2733663" cy="597513"/>
              </a:xfrm>
              <a:prstGeom prst="bentConnector2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0" name="Straight Arrow Connector 60">
                <a:extLst>
                  <a:ext uri="{FF2B5EF4-FFF2-40B4-BE49-F238E27FC236}">
                    <a16:creationId xmlns:a16="http://schemas.microsoft.com/office/drawing/2014/main" id="{FCE46823-465A-F3C2-CDF0-A24FA616373D}"/>
                  </a:ext>
                </a:extLst>
              </p:cNvPr>
              <p:cNvCxnSpPr>
                <a:cxnSpLocks/>
                <a:stCxn id="151" idx="1"/>
                <a:endCxn id="161" idx="3"/>
              </p:cNvCxnSpPr>
              <p:nvPr/>
            </p:nvCxnSpPr>
            <p:spPr>
              <a:xfrm rot="5400000">
                <a:off x="5534510" y="-1361060"/>
                <a:ext cx="480879" cy="3991607"/>
              </a:xfrm>
              <a:prstGeom prst="bentConnector3">
                <a:avLst>
                  <a:gd name="adj1" fmla="val 50000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99" name="Snip Single Corner Rectangle 198">
                <a:extLst>
                  <a:ext uri="{FF2B5EF4-FFF2-40B4-BE49-F238E27FC236}">
                    <a16:creationId xmlns:a16="http://schemas.microsoft.com/office/drawing/2014/main" id="{6E675331-1EE4-FE68-45B9-EA93F84DD499}"/>
                  </a:ext>
                </a:extLst>
              </p:cNvPr>
              <p:cNvSpPr/>
              <p:nvPr/>
            </p:nvSpPr>
            <p:spPr bwMode="auto">
              <a:xfrm>
                <a:off x="792189" y="2378846"/>
                <a:ext cx="2528726" cy="1112089"/>
              </a:xfrm>
              <a:prstGeom prst="snip1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Israel-based indicators</a:t>
                </a:r>
              </a:p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found:</a:t>
                </a:r>
              </a:p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Israel, Tel Aviv, Jerusalem,</a:t>
                </a:r>
              </a:p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Haifa, local Israeli context</a:t>
                </a:r>
              </a:p>
            </p:txBody>
          </p:sp>
          <p:cxnSp>
            <p:nvCxnSpPr>
              <p:cNvPr id="208" name="Straight Arrow Connector 207">
                <a:extLst>
                  <a:ext uri="{FF2B5EF4-FFF2-40B4-BE49-F238E27FC236}">
                    <a16:creationId xmlns:a16="http://schemas.microsoft.com/office/drawing/2014/main" id="{8E0628AD-83C9-9BF9-3417-7F90AE5A12C9}"/>
                  </a:ext>
                </a:extLst>
              </p:cNvPr>
              <p:cNvCxnSpPr>
                <a:cxnSpLocks/>
                <a:stCxn id="161" idx="1"/>
                <a:endCxn id="199" idx="3"/>
              </p:cNvCxnSpPr>
              <p:nvPr/>
            </p:nvCxnSpPr>
            <p:spPr>
              <a:xfrm rot="5400000">
                <a:off x="2613387" y="1213087"/>
                <a:ext cx="608925" cy="1722593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5" name="Rounded Rectangle 174">
                <a:extLst>
                  <a:ext uri="{FF2B5EF4-FFF2-40B4-BE49-F238E27FC236}">
                    <a16:creationId xmlns:a16="http://schemas.microsoft.com/office/drawing/2014/main" id="{CFC03A6B-7BBE-0570-D2AD-5C774B66FF2A}"/>
                  </a:ext>
                </a:extLst>
              </p:cNvPr>
              <p:cNvSpPr/>
              <p:nvPr/>
            </p:nvSpPr>
            <p:spPr bwMode="auto">
              <a:xfrm>
                <a:off x="4402812" y="4210564"/>
                <a:ext cx="2570008" cy="575475"/>
              </a:xfrm>
              <a:prstGeom prst="round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 err="1">
                    <a:solidFill>
                      <a:schemeClr val="tx1"/>
                    </a:solidFill>
                  </a:rPr>
                  <a:t>locals_vs_diaspora</a:t>
                </a:r>
                <a:r>
                  <a:rPr lang="en-US" sz="1800" kern="600" dirty="0">
                    <a:solidFill>
                      <a:schemeClr val="tx1"/>
                    </a:solidFill>
                  </a:rPr>
                  <a:t> = 0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Diaspora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4D6E1098-2ADE-9D84-B963-ED13CA7D806D}"/>
                </a:ext>
              </a:extLst>
            </p:cNvPr>
            <p:cNvSpPr/>
            <p:nvPr/>
          </p:nvSpPr>
          <p:spPr>
            <a:xfrm>
              <a:off x="5955671" y="720199"/>
              <a:ext cx="444471" cy="300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68607" tIns="34303" rIns="68607" bIns="34303">
              <a:spAutoFit/>
            </a:bodyPr>
            <a:lstStyle/>
            <a:p>
              <a:pPr algn="ctr" defTabSz="457200">
                <a:lnSpc>
                  <a:spcPts val="18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</a:pPr>
              <a:r>
                <a: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rPr>
                <a:t>Yes</a:t>
              </a: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76C837B1-B413-6B0D-2E44-D89C3CADAA6D}"/>
                </a:ext>
              </a:extLst>
            </p:cNvPr>
            <p:cNvSpPr/>
            <p:nvPr/>
          </p:nvSpPr>
          <p:spPr>
            <a:xfrm>
              <a:off x="8132961" y="740700"/>
              <a:ext cx="384582" cy="300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68607" tIns="34303" rIns="68607" bIns="34303">
              <a:spAutoFit/>
            </a:bodyPr>
            <a:lstStyle/>
            <a:p>
              <a:pPr algn="ctr" defTabSz="457200">
                <a:lnSpc>
                  <a:spcPts val="18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</a:pPr>
              <a:r>
                <a: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rPr>
                <a:t>No</a:t>
              </a:r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178AB65-A42D-B36D-EEB2-FBA3C43B3B2E}"/>
              </a:ext>
            </a:extLst>
          </p:cNvPr>
          <p:cNvCxnSpPr>
            <a:cxnSpLocks/>
            <a:endCxn id="181" idx="0"/>
          </p:cNvCxnSpPr>
          <p:nvPr/>
        </p:nvCxnSpPr>
        <p:spPr>
          <a:xfrm>
            <a:off x="9695010" y="2509837"/>
            <a:ext cx="0" cy="3752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93CA80FE-893D-3262-610A-F13FBA50B512}"/>
              </a:ext>
            </a:extLst>
          </p:cNvPr>
          <p:cNvSpPr/>
          <p:nvPr/>
        </p:nvSpPr>
        <p:spPr>
          <a:xfrm>
            <a:off x="8103967" y="2825407"/>
            <a:ext cx="384582" cy="3001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68607" tIns="34303" rIns="68607" bIns="34303">
            <a:spAutoFit/>
          </a:bodyPr>
          <a:lstStyle/>
          <a:p>
            <a:pPr algn="ctr" defTabSz="457200">
              <a:lnSpc>
                <a:spcPts val="18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</a:pPr>
            <a:r>
              <a:rPr lang="en-US" sz="1800" dirty="0">
                <a:ln w="0"/>
                <a:solidFill>
                  <a:schemeClr val="tx1"/>
                </a:solidFill>
                <a:latin typeface="Tele-GroteskFet" pitchFamily="2" charset="0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335717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F2B3D-0245-74C5-D111-7FA8E9350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C31B7ED-0131-7F32-AE87-BA44D52C6F91}"/>
              </a:ext>
            </a:extLst>
          </p:cNvPr>
          <p:cNvGrpSpPr/>
          <p:nvPr/>
        </p:nvGrpSpPr>
        <p:grpSpPr>
          <a:xfrm>
            <a:off x="346686" y="207129"/>
            <a:ext cx="12028947" cy="4804628"/>
            <a:chOff x="302854" y="125308"/>
            <a:chExt cx="12028947" cy="4804628"/>
          </a:xfrm>
        </p:grpSpPr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397CAE27-E89C-1B2F-4CAF-AC82FB5A9A4C}"/>
                </a:ext>
              </a:extLst>
            </p:cNvPr>
            <p:cNvGrpSpPr/>
            <p:nvPr/>
          </p:nvGrpSpPr>
          <p:grpSpPr>
            <a:xfrm>
              <a:off x="302854" y="125308"/>
              <a:ext cx="12028947" cy="4804628"/>
              <a:chOff x="806910" y="39852"/>
              <a:chExt cx="12028947" cy="4804628"/>
            </a:xfrm>
          </p:grpSpPr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BE50C9FE-6C39-394D-39D5-6EC222A5CB20}"/>
                  </a:ext>
                </a:extLst>
              </p:cNvPr>
              <p:cNvSpPr/>
              <p:nvPr/>
            </p:nvSpPr>
            <p:spPr>
              <a:xfrm>
                <a:off x="5789337" y="3910969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910E1964-5261-7B18-4DC8-7AAF4E274951}"/>
                  </a:ext>
                </a:extLst>
              </p:cNvPr>
              <p:cNvSpPr/>
              <p:nvPr/>
            </p:nvSpPr>
            <p:spPr>
              <a:xfrm>
                <a:off x="6412037" y="2090842"/>
                <a:ext cx="38458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68262670-3288-46E8-5FB2-04E670588F6F}"/>
                  </a:ext>
                </a:extLst>
              </p:cNvPr>
              <p:cNvSpPr/>
              <p:nvPr/>
            </p:nvSpPr>
            <p:spPr>
              <a:xfrm>
                <a:off x="1968215" y="2085528"/>
                <a:ext cx="444471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Yes</a:t>
                </a:r>
              </a:p>
            </p:txBody>
          </p:sp>
          <p:sp>
            <p:nvSpPr>
              <p:cNvPr id="151" name="Snip Single Corner Rectangle 150">
                <a:extLst>
                  <a:ext uri="{FF2B5EF4-FFF2-40B4-BE49-F238E27FC236}">
                    <a16:creationId xmlns:a16="http://schemas.microsoft.com/office/drawing/2014/main" id="{F67E706F-2A20-E629-B54A-40C617AD763A}"/>
                  </a:ext>
                </a:extLst>
              </p:cNvPr>
              <p:cNvSpPr/>
              <p:nvPr/>
            </p:nvSpPr>
            <p:spPr bwMode="auto">
              <a:xfrm>
                <a:off x="4032549" y="39852"/>
                <a:ext cx="7533957" cy="371458"/>
              </a:xfrm>
              <a:prstGeom prst="snip1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Does the account clearly represent an individual person or an organization?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7" name="Snip Single Corner Rectangle 156">
                <a:extLst>
                  <a:ext uri="{FF2B5EF4-FFF2-40B4-BE49-F238E27FC236}">
                    <a16:creationId xmlns:a16="http://schemas.microsoft.com/office/drawing/2014/main" id="{41939F50-2B88-9520-4B57-C9F3745B49C8}"/>
                  </a:ext>
                </a:extLst>
              </p:cNvPr>
              <p:cNvSpPr/>
              <p:nvPr/>
            </p:nvSpPr>
            <p:spPr bwMode="auto">
              <a:xfrm>
                <a:off x="9125321" y="1244695"/>
                <a:ext cx="3710536" cy="1152626"/>
              </a:xfrm>
              <a:prstGeom prst="snip1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Account type is unclear or ambiguous</a:t>
                </a:r>
              </a:p>
            </p:txBody>
          </p:sp>
          <p:sp>
            <p:nvSpPr>
              <p:cNvPr id="161" name="Snip Single Corner Rectangle 160">
                <a:extLst>
                  <a:ext uri="{FF2B5EF4-FFF2-40B4-BE49-F238E27FC236}">
                    <a16:creationId xmlns:a16="http://schemas.microsoft.com/office/drawing/2014/main" id="{12B80F8E-4DC9-BFB1-1813-14F67B7A0068}"/>
                  </a:ext>
                </a:extLst>
              </p:cNvPr>
              <p:cNvSpPr/>
              <p:nvPr/>
            </p:nvSpPr>
            <p:spPr bwMode="auto">
              <a:xfrm>
                <a:off x="1943068" y="875183"/>
                <a:ext cx="3672154" cy="945826"/>
              </a:xfrm>
              <a:prstGeom prst="snip1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Does the profile clearly represent an</a:t>
                </a:r>
              </a:p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organization, institution, company,</a:t>
                </a:r>
              </a:p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media outlet, NGO, or official group?</a:t>
                </a:r>
              </a:p>
            </p:txBody>
          </p:sp>
          <p:sp>
            <p:nvSpPr>
              <p:cNvPr id="163" name="Rounded Rectangle 162">
                <a:extLst>
                  <a:ext uri="{FF2B5EF4-FFF2-40B4-BE49-F238E27FC236}">
                    <a16:creationId xmlns:a16="http://schemas.microsoft.com/office/drawing/2014/main" id="{A9D47523-2139-0B7D-9F0C-8F5ACF58C021}"/>
                  </a:ext>
                </a:extLst>
              </p:cNvPr>
              <p:cNvSpPr/>
              <p:nvPr/>
            </p:nvSpPr>
            <p:spPr bwMode="auto">
              <a:xfrm>
                <a:off x="1095476" y="4336842"/>
                <a:ext cx="2785148" cy="507638"/>
              </a:xfrm>
              <a:prstGeom prst="round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 err="1">
                    <a:solidFill>
                      <a:schemeClr val="tx1"/>
                    </a:solidFill>
                  </a:rPr>
                  <a:t>person_vs_organization</a:t>
                </a:r>
                <a:r>
                  <a:rPr lang="en-US" sz="1800" kern="600" dirty="0">
                    <a:solidFill>
                      <a:schemeClr val="tx1"/>
                    </a:solidFill>
                  </a:rPr>
                  <a:t> = 0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Organization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C14EA132-A184-316A-4C9B-2F1CB2333E5C}"/>
                  </a:ext>
                </a:extLst>
              </p:cNvPr>
              <p:cNvCxnSpPr>
                <a:cxnSpLocks/>
                <a:stCxn id="199" idx="1"/>
              </p:cNvCxnSpPr>
              <p:nvPr/>
            </p:nvCxnSpPr>
            <p:spPr>
              <a:xfrm>
                <a:off x="2613837" y="3829204"/>
                <a:ext cx="0" cy="50763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2" name="Snip Single Corner Rectangle 171">
                <a:extLst>
                  <a:ext uri="{FF2B5EF4-FFF2-40B4-BE49-F238E27FC236}">
                    <a16:creationId xmlns:a16="http://schemas.microsoft.com/office/drawing/2014/main" id="{38FDB816-5597-DBD0-7DB0-622582987B50}"/>
                  </a:ext>
                </a:extLst>
              </p:cNvPr>
              <p:cNvSpPr/>
              <p:nvPr/>
            </p:nvSpPr>
            <p:spPr bwMode="auto">
              <a:xfrm>
                <a:off x="4636789" y="2430673"/>
                <a:ext cx="3496295" cy="1122096"/>
              </a:xfrm>
              <a:prstGeom prst="snip1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Does the profile clearly</a:t>
                </a: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represent a real individual person?</a:t>
                </a:r>
              </a:p>
            </p:txBody>
          </p: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C1456476-E4F3-8E4F-115F-02243D241A1F}"/>
                  </a:ext>
                </a:extLst>
              </p:cNvPr>
              <p:cNvCxnSpPr>
                <a:cxnSpLocks/>
                <a:stCxn id="172" idx="1"/>
                <a:endCxn id="175" idx="0"/>
              </p:cNvCxnSpPr>
              <p:nvPr/>
            </p:nvCxnSpPr>
            <p:spPr>
              <a:xfrm flipH="1">
                <a:off x="6384936" y="3552769"/>
                <a:ext cx="1" cy="6855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4324C25C-BF3F-E511-CD0B-26DD0803C15B}"/>
                  </a:ext>
                </a:extLst>
              </p:cNvPr>
              <p:cNvSpPr/>
              <p:nvPr/>
            </p:nvSpPr>
            <p:spPr bwMode="auto">
              <a:xfrm>
                <a:off x="9429099" y="3331799"/>
                <a:ext cx="2822577" cy="399448"/>
              </a:xfrm>
              <a:prstGeom prst="round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 err="1">
                    <a:solidFill>
                      <a:schemeClr val="tx1"/>
                    </a:solidFill>
                  </a:rPr>
                  <a:t>person_vs_organization</a:t>
                </a:r>
                <a:r>
                  <a:rPr lang="en-US" sz="1800" kern="600" dirty="0">
                    <a:solidFill>
                      <a:schemeClr val="tx1"/>
                    </a:solidFill>
                  </a:rPr>
                  <a:t> = 2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Unknown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6" name="Straight Arrow Connector 185">
                <a:extLst>
                  <a:ext uri="{FF2B5EF4-FFF2-40B4-BE49-F238E27FC236}">
                    <a16:creationId xmlns:a16="http://schemas.microsoft.com/office/drawing/2014/main" id="{5D1DB148-FE42-707A-1C21-9DB48B8BFB1E}"/>
                  </a:ext>
                </a:extLst>
              </p:cNvPr>
              <p:cNvCxnSpPr>
                <a:cxnSpLocks/>
                <a:stCxn id="161" idx="1"/>
                <a:endCxn id="172" idx="3"/>
              </p:cNvCxnSpPr>
              <p:nvPr/>
            </p:nvCxnSpPr>
            <p:spPr>
              <a:xfrm rot="16200000" flipH="1">
                <a:off x="4777209" y="822945"/>
                <a:ext cx="609664" cy="2605792"/>
              </a:xfrm>
              <a:prstGeom prst="bentConnector3">
                <a:avLst>
                  <a:gd name="adj1" fmla="val 43234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87" name="Straight Arrow Connector 60">
                <a:extLst>
                  <a:ext uri="{FF2B5EF4-FFF2-40B4-BE49-F238E27FC236}">
                    <a16:creationId xmlns:a16="http://schemas.microsoft.com/office/drawing/2014/main" id="{CDB98D48-36C8-3489-DFF0-499612832412}"/>
                  </a:ext>
                </a:extLst>
              </p:cNvPr>
              <p:cNvCxnSpPr>
                <a:cxnSpLocks/>
                <a:stCxn id="151" idx="1"/>
                <a:endCxn id="157" idx="3"/>
              </p:cNvCxnSpPr>
              <p:nvPr/>
            </p:nvCxnSpPr>
            <p:spPr>
              <a:xfrm rot="16200000" flipH="1">
                <a:off x="8973366" y="-762529"/>
                <a:ext cx="833385" cy="3181061"/>
              </a:xfrm>
              <a:prstGeom prst="bentConnector3">
                <a:avLst>
                  <a:gd name="adj1" fmla="val 26901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0" name="Straight Arrow Connector 60">
                <a:extLst>
                  <a:ext uri="{FF2B5EF4-FFF2-40B4-BE49-F238E27FC236}">
                    <a16:creationId xmlns:a16="http://schemas.microsoft.com/office/drawing/2014/main" id="{F9857A15-D2FB-FBDC-EFF8-18818970AA63}"/>
                  </a:ext>
                </a:extLst>
              </p:cNvPr>
              <p:cNvCxnSpPr>
                <a:cxnSpLocks/>
                <a:stCxn id="151" idx="1"/>
                <a:endCxn id="161" idx="3"/>
              </p:cNvCxnSpPr>
              <p:nvPr/>
            </p:nvCxnSpPr>
            <p:spPr>
              <a:xfrm rot="5400000">
                <a:off x="5557401" y="-1366945"/>
                <a:ext cx="463873" cy="4020383"/>
              </a:xfrm>
              <a:prstGeom prst="bentConnector3">
                <a:avLst>
                  <a:gd name="adj1" fmla="val 50000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99" name="Snip Single Corner Rectangle 198">
                <a:extLst>
                  <a:ext uri="{FF2B5EF4-FFF2-40B4-BE49-F238E27FC236}">
                    <a16:creationId xmlns:a16="http://schemas.microsoft.com/office/drawing/2014/main" id="{6BE3DEEC-F96D-0232-3855-2105C7104537}"/>
                  </a:ext>
                </a:extLst>
              </p:cNvPr>
              <p:cNvSpPr/>
              <p:nvPr/>
            </p:nvSpPr>
            <p:spPr bwMode="auto">
              <a:xfrm>
                <a:off x="806910" y="2350047"/>
                <a:ext cx="3613854" cy="1479157"/>
              </a:xfrm>
              <a:prstGeom prst="snip1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Organization indicators found:</a:t>
                </a:r>
                <a:br>
                  <a:rPr lang="en-US" sz="1800" dirty="0"/>
                </a:br>
                <a:r>
                  <a:rPr lang="en-US" sz="1800" dirty="0"/>
                  <a:t>official account, company, NGO,</a:t>
                </a:r>
                <a:br>
                  <a:rPr lang="en-US" sz="1800" dirty="0"/>
                </a:br>
                <a:r>
                  <a:rPr lang="en-US" sz="1800" dirty="0"/>
                  <a:t>news/media, institution, public body</a:t>
                </a:r>
                <a:endParaRPr lang="en-US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8" name="Straight Arrow Connector 207">
                <a:extLst>
                  <a:ext uri="{FF2B5EF4-FFF2-40B4-BE49-F238E27FC236}">
                    <a16:creationId xmlns:a16="http://schemas.microsoft.com/office/drawing/2014/main" id="{64D9041C-EA7A-F423-16E1-71E95F0D92F4}"/>
                  </a:ext>
                </a:extLst>
              </p:cNvPr>
              <p:cNvCxnSpPr>
                <a:cxnSpLocks/>
                <a:stCxn id="161" idx="1"/>
                <a:endCxn id="199" idx="3"/>
              </p:cNvCxnSpPr>
              <p:nvPr/>
            </p:nvCxnSpPr>
            <p:spPr>
              <a:xfrm rot="5400000">
                <a:off x="2931972" y="1502874"/>
                <a:ext cx="529038" cy="1165308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5" name="Rounded Rectangle 174">
                <a:extLst>
                  <a:ext uri="{FF2B5EF4-FFF2-40B4-BE49-F238E27FC236}">
                    <a16:creationId xmlns:a16="http://schemas.microsoft.com/office/drawing/2014/main" id="{51DD021D-E248-70D6-C3EF-FFCABEAEC702}"/>
                  </a:ext>
                </a:extLst>
              </p:cNvPr>
              <p:cNvSpPr/>
              <p:nvPr/>
            </p:nvSpPr>
            <p:spPr bwMode="auto">
              <a:xfrm>
                <a:off x="5068675" y="4238319"/>
                <a:ext cx="2632521" cy="507638"/>
              </a:xfrm>
              <a:prstGeom prst="round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 err="1">
                    <a:solidFill>
                      <a:schemeClr val="tx1"/>
                    </a:solidFill>
                  </a:rPr>
                  <a:t>person_vs_organization</a:t>
                </a:r>
                <a:r>
                  <a:rPr lang="en-US" sz="1800" kern="600" dirty="0">
                    <a:solidFill>
                      <a:schemeClr val="tx1"/>
                    </a:solidFill>
                  </a:rPr>
                  <a:t> = 1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Person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ADC06748-67C2-CBEF-91D9-D1DC141DCDAB}"/>
                </a:ext>
              </a:extLst>
            </p:cNvPr>
            <p:cNvSpPr/>
            <p:nvPr/>
          </p:nvSpPr>
          <p:spPr>
            <a:xfrm>
              <a:off x="6067024" y="716567"/>
              <a:ext cx="444471" cy="3033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68607" tIns="34303" rIns="68607" bIns="34303">
              <a:spAutoFit/>
            </a:bodyPr>
            <a:lstStyle/>
            <a:p>
              <a:pPr algn="ctr" defTabSz="457200">
                <a:lnSpc>
                  <a:spcPts val="18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</a:pPr>
              <a:r>
                <a: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rPr>
                <a:t>Yes</a:t>
              </a: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B519B22D-2128-4BA8-46BD-06600F1B38C0}"/>
                </a:ext>
              </a:extLst>
            </p:cNvPr>
            <p:cNvSpPr/>
            <p:nvPr/>
          </p:nvSpPr>
          <p:spPr>
            <a:xfrm>
              <a:off x="8079450" y="716567"/>
              <a:ext cx="384582" cy="300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68607" tIns="34303" rIns="68607" bIns="34303">
              <a:spAutoFit/>
            </a:bodyPr>
            <a:lstStyle/>
            <a:p>
              <a:pPr algn="ctr" defTabSz="457200">
                <a:lnSpc>
                  <a:spcPts val="18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</a:pPr>
              <a:r>
                <a: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rPr>
                <a:t>No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3A7E3DD-EB09-04B6-092D-EA0B735E80FC}"/>
              </a:ext>
            </a:extLst>
          </p:cNvPr>
          <p:cNvCxnSpPr>
            <a:cxnSpLocks/>
          </p:cNvCxnSpPr>
          <p:nvPr/>
        </p:nvCxnSpPr>
        <p:spPr>
          <a:xfrm>
            <a:off x="10297244" y="2609534"/>
            <a:ext cx="0" cy="889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1" name="Straight Arrow Connector 185">
            <a:extLst>
              <a:ext uri="{FF2B5EF4-FFF2-40B4-BE49-F238E27FC236}">
                <a16:creationId xmlns:a16="http://schemas.microsoft.com/office/drawing/2014/main" id="{62BD1BA2-99FA-F39A-2F6E-7DBD0E0239F3}"/>
              </a:ext>
            </a:extLst>
          </p:cNvPr>
          <p:cNvCxnSpPr>
            <a:cxnSpLocks/>
            <a:stCxn id="172" idx="0"/>
            <a:endCxn id="181" idx="1"/>
          </p:cNvCxnSpPr>
          <p:nvPr/>
        </p:nvCxnSpPr>
        <p:spPr>
          <a:xfrm>
            <a:off x="7672860" y="3158998"/>
            <a:ext cx="1296015" cy="5398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9E5E4E32-3EC5-3A2B-C6CD-CF7713ECF6E3}"/>
              </a:ext>
            </a:extLst>
          </p:cNvPr>
          <p:cNvSpPr/>
          <p:nvPr/>
        </p:nvSpPr>
        <p:spPr>
          <a:xfrm>
            <a:off x="8419592" y="3348500"/>
            <a:ext cx="384582" cy="3001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68607" tIns="34303" rIns="68607" bIns="34303">
            <a:spAutoFit/>
          </a:bodyPr>
          <a:lstStyle/>
          <a:p>
            <a:pPr algn="ctr" defTabSz="457200">
              <a:lnSpc>
                <a:spcPts val="18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</a:pPr>
            <a:r>
              <a:rPr lang="en-US" sz="1800" dirty="0">
                <a:ln w="0"/>
                <a:solidFill>
                  <a:schemeClr val="tx1"/>
                </a:solidFill>
                <a:latin typeface="Tele-GroteskFet" pitchFamily="2" charset="0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609473212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של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258</Words>
  <Application>Microsoft Office PowerPoint</Application>
  <PresentationFormat>Custom</PresentationFormat>
  <Paragraphs>61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Tele-GroteskFet</vt:lpstr>
      <vt:lpstr>Wingdings</vt:lpstr>
      <vt:lpstr>ערכת נושא של Office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Rami</dc:creator>
  <cp:lastModifiedBy>Ofir Ovadia</cp:lastModifiedBy>
  <cp:revision>31</cp:revision>
  <dcterms:created xsi:type="dcterms:W3CDTF">2017-01-13T15:06:49Z</dcterms:created>
  <dcterms:modified xsi:type="dcterms:W3CDTF">2026-05-27T14:43:05Z</dcterms:modified>
</cp:coreProperties>
</file>